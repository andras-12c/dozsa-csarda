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04" autoAdjust="0"/>
  </p:normalViewPr>
  <p:slideViewPr>
    <p:cSldViewPr snapToGrid="0">
      <p:cViewPr>
        <p:scale>
          <a:sx n="110" d="100"/>
          <a:sy n="110" d="100"/>
        </p:scale>
        <p:origin x="57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85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735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968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298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02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411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740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022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811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480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467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193E8-478D-464D-8400-8CD4306FD776}" type="datetimeFigureOut">
              <a:rPr lang="hu-HU" smtClean="0"/>
              <a:t>2026. 01. 31.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029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029" y="904378"/>
            <a:ext cx="3967942" cy="3851174"/>
          </a:xfrm>
          <a:prstGeom prst="rect">
            <a:avLst/>
          </a:prstGeom>
          <a:effectLst/>
        </p:spPr>
      </p:pic>
      <p:sp>
        <p:nvSpPr>
          <p:cNvPr id="6" name="Szövegdoboz 5"/>
          <p:cNvSpPr txBox="1"/>
          <p:nvPr/>
        </p:nvSpPr>
        <p:spPr>
          <a:xfrm>
            <a:off x="2841566" y="4840780"/>
            <a:ext cx="65088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600" b="1" dirty="0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sx="97000" sy="97000" algn="ctr" rotWithShape="0">
                    <a:schemeClr val="accent1">
                      <a:lumMod val="20000"/>
                      <a:lumOff val="80000"/>
                    </a:schemeClr>
                  </a:outerShdw>
                </a:effectLst>
                <a:latin typeface="Ink Free" panose="03080402000500000000" pitchFamily="66" charset="0"/>
              </a:rPr>
              <a:t>DÓZSA CSÁRDA</a:t>
            </a:r>
          </a:p>
        </p:txBody>
      </p:sp>
      <p:sp>
        <p:nvSpPr>
          <p:cNvPr id="7" name="Szövegdoboz 6"/>
          <p:cNvSpPr txBox="1"/>
          <p:nvPr/>
        </p:nvSpPr>
        <p:spPr>
          <a:xfrm>
            <a:off x="85725" y="5743575"/>
            <a:ext cx="2305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accent4">
                    <a:lumMod val="75000"/>
                  </a:schemeClr>
                </a:solidFill>
              </a:rPr>
              <a:t>Pálosi András</a:t>
            </a:r>
          </a:p>
          <a:p>
            <a:r>
              <a:rPr lang="hu-HU" dirty="0">
                <a:solidFill>
                  <a:schemeClr val="accent4">
                    <a:lumMod val="75000"/>
                  </a:schemeClr>
                </a:solidFill>
              </a:rPr>
              <a:t>Pongrácz Gábor</a:t>
            </a:r>
          </a:p>
          <a:p>
            <a:r>
              <a:rPr lang="hu-HU" dirty="0">
                <a:solidFill>
                  <a:schemeClr val="accent4">
                    <a:lumMod val="75000"/>
                  </a:schemeClr>
                </a:solidFill>
              </a:rPr>
              <a:t>Farkas Bence</a:t>
            </a:r>
          </a:p>
        </p:txBody>
      </p:sp>
    </p:spTree>
    <p:extLst>
      <p:ext uri="{BB962C8B-B14F-4D97-AF65-F5344CB8AC3E}">
        <p14:creationId xmlns:p14="http://schemas.microsoft.com/office/powerpoint/2010/main" val="239125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3322060" y="24854"/>
            <a:ext cx="554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Projekt bemutatása</a:t>
            </a:r>
          </a:p>
        </p:txBody>
      </p:sp>
      <p:sp>
        <p:nvSpPr>
          <p:cNvPr id="6" name="Szövegdoboz 5"/>
          <p:cNvSpPr txBox="1"/>
          <p:nvPr/>
        </p:nvSpPr>
        <p:spPr>
          <a:xfrm>
            <a:off x="61727" y="1670103"/>
            <a:ext cx="6335511" cy="37856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 Dózsa Csárda projekt célja, hogy megvalósítsunk egyszerű és felhasználóbarát online étel rendelési rendszert.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 Weboldalon teljesen egyedi rendeléseket készíthetsz, az 5 kategórián belüli választékok közül!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 Weboldalon csakis regisztráció, után, illetve bejelentkezéssel lehet rendelni. 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699" y="1036847"/>
            <a:ext cx="3955543" cy="25268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9" name="Kép 8" descr="A képen szöveg, képernyőkép, szoftver, Weblap látható&#10;&#10;Lehet, hogy az AI által létrehozott tartalom helytelen.">
            <a:extLst>
              <a:ext uri="{FF2B5EF4-FFF2-40B4-BE49-F238E27FC236}">
                <a16:creationId xmlns:a16="http://schemas.microsoft.com/office/drawing/2014/main" id="{E8617426-2178-7AE6-7203-B5A7E6CBB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698" y="3864299"/>
            <a:ext cx="3955543" cy="2344912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901347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3443287" y="24854"/>
            <a:ext cx="5305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Fejleszt</a:t>
            </a:r>
            <a:r>
              <a:rPr lang="hu-HU" sz="4400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ő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i környezet</a:t>
            </a: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64" y="1264346"/>
            <a:ext cx="1709738" cy="170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81A0252E-27AE-4E33-B442-E4993C15E856}"/>
              </a:ext>
            </a:extLst>
          </p:cNvPr>
          <p:cNvSpPr txBox="1"/>
          <p:nvPr/>
        </p:nvSpPr>
        <p:spPr>
          <a:xfrm>
            <a:off x="2280839" y="1218892"/>
            <a:ext cx="51327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Visual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Studio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Code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(VSC)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Egy Integrált Fejlesztői Környezet(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Integrated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Development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Enviroment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), amiben a szerver, illetve a frontend(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html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css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javascript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) is készült.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DBC5AD3-A244-47DE-9DDF-DEF316BF5867}"/>
              </a:ext>
            </a:extLst>
          </p:cNvPr>
          <p:cNvSpPr txBox="1"/>
          <p:nvPr/>
        </p:nvSpPr>
        <p:spPr>
          <a:xfrm>
            <a:off x="2280839" y="4180344"/>
            <a:ext cx="4272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Visual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Studio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(VS):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Egy IDE, mely segítségével a WPF, adminisztratív felületét készítettük el.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A4ACDEF-306B-49A4-86F8-78EF8203A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069" y="1890879"/>
            <a:ext cx="4646987" cy="3387704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9" name="Picture 5" descr="Visual Studio logo and symbol, meaning, history, PNG">
            <a:extLst>
              <a:ext uri="{FF2B5EF4-FFF2-40B4-BE49-F238E27FC236}">
                <a16:creationId xmlns:a16="http://schemas.microsoft.com/office/drawing/2014/main" id="{C7CE94B2-3D26-E347-A01E-85D2E943C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4966" y="4051377"/>
            <a:ext cx="27432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532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3443287" y="24854"/>
            <a:ext cx="5305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Fejleszt</a:t>
            </a:r>
            <a:r>
              <a:rPr lang="hu-HU" sz="4400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ő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i környezet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1A0252E-27AE-4E33-B442-E4993C15E856}"/>
              </a:ext>
            </a:extLst>
          </p:cNvPr>
          <p:cNvSpPr txBox="1"/>
          <p:nvPr/>
        </p:nvSpPr>
        <p:spPr>
          <a:xfrm>
            <a:off x="1925354" y="1324020"/>
            <a:ext cx="5132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HTML5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W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eblap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készítő nyelv, mely segítségével a weboldal vázát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készítettük.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DBC5AD3-A244-47DE-9DDF-DEF316BF5867}"/>
              </a:ext>
            </a:extLst>
          </p:cNvPr>
          <p:cNvSpPr txBox="1"/>
          <p:nvPr/>
        </p:nvSpPr>
        <p:spPr>
          <a:xfrm>
            <a:off x="1925354" y="3003272"/>
            <a:ext cx="4272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CSS3: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Stíluskezelő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nyelv, mely segítségével a weboldal kinézetét alkottuk meg.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C408D15-66A1-4A4A-851B-EADA0E36EFB9}"/>
              </a:ext>
            </a:extLst>
          </p:cNvPr>
          <p:cNvSpPr txBox="1"/>
          <p:nvPr/>
        </p:nvSpPr>
        <p:spPr>
          <a:xfrm>
            <a:off x="1925354" y="4708388"/>
            <a:ext cx="4272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JavaScript: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lyan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nyelv, mely segítségével a weboldalt dinamikussá tettük, illetve eseményeit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kezeltük.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1" y="1098911"/>
            <a:ext cx="1584043" cy="158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40" y="2970021"/>
            <a:ext cx="1356187" cy="135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54" y="4675137"/>
            <a:ext cx="1530761" cy="153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8237" y="1098911"/>
            <a:ext cx="2338055" cy="1734241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2518" y="3078372"/>
            <a:ext cx="1922773" cy="1570317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6572" y="4960933"/>
            <a:ext cx="2261383" cy="146520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7784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Csoportmunkai környezet</a:t>
            </a:r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E6A87C9D-5229-4363-95A2-B453ADD8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" y="1026546"/>
            <a:ext cx="1761990" cy="176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98EB6905-9258-4241-9966-9E93D7FBF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40" y="4035422"/>
            <a:ext cx="3534749" cy="1488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2493033" y="1475858"/>
            <a:ext cx="5132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GitHub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Verziókezelő webes, vagy asztali alkalmazás, mely egy felhőként funkcionált számunkra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34D1C51D-087B-4BD8-9089-BE6663110493}"/>
              </a:ext>
            </a:extLst>
          </p:cNvPr>
          <p:cNvSpPr txBox="1"/>
          <p:nvPr/>
        </p:nvSpPr>
        <p:spPr>
          <a:xfrm>
            <a:off x="4142095" y="4450991"/>
            <a:ext cx="39551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Jira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Projektmenedzsment weboldal, melyben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követhetővé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tettük a projekt egyes részfeladatait.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0C82B73-4864-4368-BAF3-2042C6A64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277" y="3905842"/>
            <a:ext cx="3912351" cy="2823875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189322B-B141-438C-A937-984069E843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277" y="1090846"/>
            <a:ext cx="3912351" cy="2432017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0329311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Csomagkezel</a:t>
            </a:r>
            <a:r>
              <a:rPr lang="hu-HU" sz="4400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ő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3840050" y="1585575"/>
            <a:ext cx="40819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Node.Js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JavaScript csomagkezelője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mely segítségével a Backend Szerverhez szükséges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module-okat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töltöttük le.</a:t>
            </a:r>
            <a:br>
              <a:rPr lang="hu-HU" sz="24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pl.: Express,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stb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…</a:t>
            </a:r>
          </a:p>
        </p:txBody>
      </p:sp>
      <p:pic>
        <p:nvPicPr>
          <p:cNvPr id="11" name="Picture 8" descr="undefined">
            <a:extLst>
              <a:ext uri="{FF2B5EF4-FFF2-40B4-BE49-F238E27FC236}">
                <a16:creationId xmlns:a16="http://schemas.microsoft.com/office/drawing/2014/main" id="{8E24AF5A-E0C2-4BBC-8625-76CB77005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12" y="4111624"/>
            <a:ext cx="3445737" cy="116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6817D205-F060-4773-96FB-315513351D94}"/>
              </a:ext>
            </a:extLst>
          </p:cNvPr>
          <p:cNvSpPr txBox="1"/>
          <p:nvPr/>
        </p:nvSpPr>
        <p:spPr>
          <a:xfrm>
            <a:off x="3840049" y="4093733"/>
            <a:ext cx="42729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XAMPP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Platfromfüggetlen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 adatbázis csomagkezelő, melyben mi az SQL(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MariaDB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) nyelvet használtuk, vizuális megjelenítésnek pedig az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Apache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szerveren a PHP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My-Admint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831EE051-4F6D-4828-960D-A945462CB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292" y="4093733"/>
            <a:ext cx="3655248" cy="2361937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2050" name="Picture 2" descr="undefine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1" y="1491070"/>
            <a:ext cx="3474288" cy="212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9373" y="1393564"/>
            <a:ext cx="4127167" cy="1942776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903324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Programozási Nyelvek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2338649" y="1194808"/>
            <a:ext cx="39734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C</a:t>
            </a:r>
            <a:r>
              <a:rPr lang="hu-HU" sz="2400" b="1" dirty="0" smtClean="0">
                <a:solidFill>
                  <a:schemeClr val="accent4">
                    <a:lumMod val="75000"/>
                  </a:schemeClr>
                </a:solidFill>
              </a:rPr>
              <a:t>#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: Objektumorientált programozási nyelv. A WPF nyíltforrású felhasználói felület keretrendszert használtuk projektünk adatbázis kezelésére is.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7" name="Picture 4" descr="EJS Icons for Embedded JavaScript Templates">
            <a:extLst>
              <a:ext uri="{FF2B5EF4-FFF2-40B4-BE49-F238E27FC236}">
                <a16:creationId xmlns:a16="http://schemas.microsoft.com/office/drawing/2014/main" id="{9693BC18-62E7-D4E4-DBD7-09324C2BC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17" y="4214232"/>
            <a:ext cx="2378928" cy="2434684"/>
          </a:xfrm>
          <a:prstGeom prst="rect">
            <a:avLst/>
          </a:prstGeom>
        </p:spPr>
      </p:pic>
      <p:pic>
        <p:nvPicPr>
          <p:cNvPr id="8" name="Kép 7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358CF832-B8B9-F370-2971-AA5628D43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1038225"/>
            <a:ext cx="5743575" cy="2390775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0" name="Kép 9" descr="A képen szöveg, képernyőkép, Betűtípus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79F5F5D3-1F2B-E985-CBDF-0C77E20FA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807" y="4087073"/>
            <a:ext cx="4120411" cy="2566923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1" name="Picture 2" descr="undefine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04" y="813953"/>
            <a:ext cx="2203145" cy="220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églalap 4"/>
          <p:cNvSpPr/>
          <p:nvPr/>
        </p:nvSpPr>
        <p:spPr>
          <a:xfrm>
            <a:off x="2801383" y="4092746"/>
            <a:ext cx="42612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EJS(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Embedded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JavaScript)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Ez egy sablon motor a Node.js-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hez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, amely lehetővé teszi JavaScript kód beágyazását a HTML-be.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Syntax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: &lt;%= %&gt;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609002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Tesztelési eszközök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3125579" y="1199955"/>
            <a:ext cx="51327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Postman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Egy olyan asztali alkalmazás, mely segítségével a REST API, végpontokat tudtuk tesztelni,</a:t>
            </a:r>
            <a:br>
              <a:rPr lang="hu-HU" sz="24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 CRUD műveletek alapján.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817D205-F060-4773-96FB-315513351D94}"/>
              </a:ext>
            </a:extLst>
          </p:cNvPr>
          <p:cNvSpPr txBox="1"/>
          <p:nvPr/>
        </p:nvSpPr>
        <p:spPr>
          <a:xfrm>
            <a:off x="395837" y="3266901"/>
            <a:ext cx="54594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Manuális </a:t>
            </a:r>
            <a:r>
              <a:rPr lang="hu-HU" sz="2400" b="1" dirty="0" smtClean="0">
                <a:solidFill>
                  <a:schemeClr val="accent4">
                    <a:lumMod val="75000"/>
                  </a:schemeClr>
                </a:solidFill>
              </a:rPr>
              <a:t>Teszt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utomatizált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eszközök nélkül, a végfelhasználó szerepét felvéve keresnek hibákat, hiányosságokat a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rendszerben.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Unit </a:t>
            </a:r>
            <a:r>
              <a:rPr lang="hu-HU" sz="2400" b="1" dirty="0" smtClean="0">
                <a:solidFill>
                  <a:schemeClr val="accent4">
                    <a:lumMod val="75000"/>
                  </a:schemeClr>
                </a:solidFill>
              </a:rPr>
              <a:t>Teszt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: Egységteszt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mely a program egy adott egységét(pl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.: Függvény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) ellenőrzi.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098" name="Picture 2" descr="https://upload.wikimedia.org/wikipedia/commons/c/c2/Postman_%28software%2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04" y="1497752"/>
            <a:ext cx="3209548" cy="97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T Client | Postman API Platform [Free Download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298" y="1059375"/>
            <a:ext cx="3859931" cy="2573287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Kép 9" descr="Manual Testing - Software Testing - GeeksforGeeks">
            <a:extLst>
              <a:ext uri="{FF2B5EF4-FFF2-40B4-BE49-F238E27FC236}">
                <a16:creationId xmlns:a16="http://schemas.microsoft.com/office/drawing/2014/main" id="{7376E428-8648-8B11-288B-D54EEEDAC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321" y="3845191"/>
            <a:ext cx="3087665" cy="246553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1" name="Kép 10" descr="What Is a Unit Test? Unit Testing vs Integration Testing Explained  [Examples &amp; Best Practices]">
            <a:extLst>
              <a:ext uri="{FF2B5EF4-FFF2-40B4-BE49-F238E27FC236}">
                <a16:creationId xmlns:a16="http://schemas.microsoft.com/office/drawing/2014/main" id="{2227B26F-DDD3-9920-059E-6063EA48D8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1210" y="3842031"/>
            <a:ext cx="3014596" cy="247185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0629548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307</Words>
  <Application>Microsoft Office PowerPoint</Application>
  <PresentationFormat>Szélesvásznú</PresentationFormat>
  <Paragraphs>32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Ink Free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Geforce</dc:creator>
  <cp:lastModifiedBy>Geforce</cp:lastModifiedBy>
  <cp:revision>92</cp:revision>
  <dcterms:created xsi:type="dcterms:W3CDTF">2026-01-18T17:12:36Z</dcterms:created>
  <dcterms:modified xsi:type="dcterms:W3CDTF">2026-01-31T18:09:42Z</dcterms:modified>
</cp:coreProperties>
</file>