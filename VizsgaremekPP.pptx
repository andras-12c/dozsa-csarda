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2026. 01. 23.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5" name="Kép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29" y="904378"/>
            <a:ext cx="3967942" cy="3851174"/>
          </a:xfrm>
          <a:prstGeom prst="rect">
            <a:avLst/>
          </a:prstGeom>
          <a:effectLst/>
        </p:spPr>
      </p:pic>
      <p:sp>
        <p:nvSpPr>
          <p:cNvPr id="6" name="Szövegdoboz 5"/>
          <p:cNvSpPr txBox="1"/>
          <p:nvPr/>
        </p:nvSpPr>
        <p:spPr>
          <a:xfrm>
            <a:off x="2841566" y="4840780"/>
            <a:ext cx="65088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600" b="1" dirty="0">
                <a:gradFill>
                  <a:gsLst>
                    <a:gs pos="0">
                      <a:schemeClr val="accent4"/>
                    </a:gs>
                    <a:gs pos="100000">
                      <a:schemeClr val="accent4">
                        <a:lumMod val="75000"/>
                      </a:schemeClr>
                    </a:gs>
                  </a:gsLst>
                  <a:lin ang="5400000" scaled="1"/>
                </a:gradFill>
                <a:effectLst>
                  <a:outerShdw sx="97000" sy="97000" algn="ctr" rotWithShape="0">
                    <a:schemeClr val="accent1">
                      <a:lumMod val="20000"/>
                      <a:lumOff val="80000"/>
                    </a:schemeClr>
                  </a:outerShdw>
                </a:effectLst>
                <a:latin typeface="Ink Free" panose="03080402000500000000" pitchFamily="66" charset="0"/>
              </a:rPr>
              <a:t>DÓZSA CSÁRDA</a:t>
            </a: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</a:p>
          <a:p>
            <a:r>
              <a:rPr lang="hu-HU" dirty="0">
                <a:solidFill>
                  <a:schemeClr val="accent4">
                    <a:lumMod val="75000"/>
                  </a:schemeClr>
                </a:solidFill>
              </a:rPr>
              <a:t>Farkas Bence</a:t>
            </a:r>
          </a:p>
        </p:txBody>
      </p:sp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Projekt bemutatása</a:t>
            </a:r>
          </a:p>
        </p:txBody>
      </p:sp>
      <p:sp>
        <p:nvSpPr>
          <p:cNvPr id="6" name="Szövegdoboz 5"/>
          <p:cNvSpPr txBox="1"/>
          <p:nvPr/>
        </p:nvSpPr>
        <p:spPr>
          <a:xfrm>
            <a:off x="61727" y="715997"/>
            <a:ext cx="6335511" cy="569386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chemeClr val="accent4">
                    <a:lumMod val="75000"/>
                  </a:schemeClr>
                </a:solidFill>
              </a:rPr>
              <a:t>A Dózsa Csárda projekt célja, hogy megvalósítsunk egyszerű és felhasználóbarát online étel rendelési rendszert.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8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chemeClr val="accent4">
                    <a:lumMod val="75000"/>
                  </a:schemeClr>
                </a:solidFill>
              </a:rPr>
              <a:t>A Weboldalon teljesen egyedi rendeléseket készíthetsz, az 5 kategórián belüli választékok közül!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8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800" dirty="0">
                <a:solidFill>
                  <a:schemeClr val="accent4">
                    <a:lumMod val="75000"/>
                  </a:schemeClr>
                </a:solidFill>
              </a:rPr>
              <a:t>A Weboldalon csakis regisztráció, után, illetve bejelentkezéssel lehet rendelni. 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8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800"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99" y="993894"/>
            <a:ext cx="3947800" cy="247355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5699" y="3781386"/>
            <a:ext cx="3947800" cy="263888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443287" y="24854"/>
            <a:ext cx="53054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</a:t>
            </a:r>
            <a:r>
              <a:rPr lang="hu-HU" sz="4400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ő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537" y="1073150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Integrált Fejlesztői Környezet(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Integrated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Development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Enviroment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), amiben a szerver, illetve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is készült.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IDE, mely segítségével a WPF, adminisztratív felületét készítettük el.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4750" y="1042980"/>
            <a:ext cx="3782627" cy="275757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3443287" y="24854"/>
            <a:ext cx="53054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</a:t>
            </a:r>
            <a:r>
              <a:rPr lang="hu-HU" sz="4400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ő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512964" y="104298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weblap készítő nyelv, mely segítségével a weboldal vázát készítettük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6931216" y="1042980"/>
            <a:ext cx="427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stíluskezelő nyelv, mely segítségével a weboldal kinézetét alkottuk meg.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3837602" y="5122946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olyan nyelv, mely segítségével a weboldalt dinamikussá tettük, illetve eseményeit kezeltük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Csoportmunkai környezet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4342993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Verziókezelő webes, vagy asztali alkalmazás, mely egy felhőként funkcionált számunkra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265793" y="4625558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Projektmenedzsment weboldal, melyben követhetővé, tettük a projekt egyes részfeladatait.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3905842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 segítségével a Backend Szerverhez szükséges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module-okat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töltöttük le.</a:t>
            </a:r>
            <a:br>
              <a:rPr lang="hu-HU" sz="24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537" y="4111625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36274" y="4095387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Platfromfüggetlen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 adatbázis csomagkezelő, melyben mi az SQL(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MariaDB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nyelvet használtuk, vizuális megjelenítésnek pedig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szerveren a PHP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My-Admint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2856" y="4098341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5023" y="1258144"/>
            <a:ext cx="51327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7541622" y="1143182"/>
            <a:ext cx="42729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3" name="Kép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104" y="47687"/>
            <a:ext cx="745721" cy="723776"/>
          </a:xfrm>
          <a:prstGeom prst="rect">
            <a:avLst/>
          </a:prstGeom>
        </p:spPr>
      </p:pic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5023" y="1258144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olyan asztali alkalmazás, mely segítségével a REST API, végpontokat tudtuk tesztelni,</a:t>
            </a:r>
            <a:br>
              <a:rPr lang="hu-HU" sz="24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CRUD műveletek alapján.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7541622" y="1143182"/>
            <a:ext cx="427295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Manuális Teszt: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Unit Teszt: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    Egységteszt, mely a program    egy adott egységét(pl.: Függvény)</a:t>
            </a:r>
          </a:p>
        </p:txBody>
      </p:sp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282</Words>
  <Application>Microsoft Office PowerPoint</Application>
  <PresentationFormat>Szélesvásznú</PresentationFormat>
  <Paragraphs>33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Ink Free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22H2-24</cp:lastModifiedBy>
  <cp:revision>65</cp:revision>
  <dcterms:created xsi:type="dcterms:W3CDTF">2026-01-18T17:12:36Z</dcterms:created>
  <dcterms:modified xsi:type="dcterms:W3CDTF">2026-01-23T12:59:07Z</dcterms:modified>
</cp:coreProperties>
</file>