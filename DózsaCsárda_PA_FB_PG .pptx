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71" r:id="rId3"/>
    <p:sldId id="257" r:id="rId4"/>
    <p:sldId id="293" r:id="rId5"/>
    <p:sldId id="266" r:id="rId6"/>
    <p:sldId id="294" r:id="rId7"/>
    <p:sldId id="289" r:id="rId8"/>
    <p:sldId id="290" r:id="rId9"/>
    <p:sldId id="258" r:id="rId10"/>
    <p:sldId id="261" r:id="rId11"/>
    <p:sldId id="259" r:id="rId12"/>
    <p:sldId id="285" r:id="rId13"/>
    <p:sldId id="286" r:id="rId14"/>
    <p:sldId id="260" r:id="rId15"/>
    <p:sldId id="262" r:id="rId16"/>
    <p:sldId id="263" r:id="rId17"/>
    <p:sldId id="292" r:id="rId18"/>
    <p:sldId id="279" r:id="rId19"/>
    <p:sldId id="267" r:id="rId20"/>
    <p:sldId id="269" r:id="rId21"/>
    <p:sldId id="264" r:id="rId22"/>
    <p:sldId id="270" r:id="rId23"/>
    <p:sldId id="283" r:id="rId24"/>
    <p:sldId id="280" r:id="rId25"/>
    <p:sldId id="287" r:id="rId26"/>
    <p:sldId id="288" r:id="rId2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A33"/>
    <a:srgbClr val="2B2C2F"/>
    <a:srgbClr val="CEDAD7"/>
    <a:srgbClr val="D7D4CA"/>
    <a:srgbClr val="CFD2DC"/>
    <a:srgbClr val="18191A"/>
    <a:srgbClr val="1F1F21"/>
    <a:srgbClr val="EEFCFF"/>
    <a:srgbClr val="0D1117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0866" autoAdjust="0"/>
  </p:normalViewPr>
  <p:slideViewPr>
    <p:cSldViewPr snapToGrid="0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kas Bence" userId="S::farkas.bence@dozsakalocsa.hu::14b24340-105c-49c7-b511-4d1958db76d7" providerId="AD" clId="Web-{9F8F2FE6-7CF0-12C0-7C24-321F2A34FE5E}"/>
    <pc:docChg chg="addSld modSld sldOrd">
      <pc:chgData name="Farkas Bence" userId="S::farkas.bence@dozsakalocsa.hu::14b24340-105c-49c7-b511-4d1958db76d7" providerId="AD" clId="Web-{9F8F2FE6-7CF0-12C0-7C24-321F2A34FE5E}" dt="2026-02-23T07:18:05.994" v="20"/>
      <pc:docMkLst>
        <pc:docMk/>
      </pc:docMkLst>
      <pc:sldChg chg="delSp modSp add ord replId">
        <pc:chgData name="Farkas Bence" userId="S::farkas.bence@dozsakalocsa.hu::14b24340-105c-49c7-b511-4d1958db76d7" providerId="AD" clId="Web-{9F8F2FE6-7CF0-12C0-7C24-321F2A34FE5E}" dt="2026-02-23T07:18:05.994" v="20"/>
        <pc:sldMkLst>
          <pc:docMk/>
          <pc:sldMk cId="2088928047" sldId="279"/>
        </pc:sldMkLst>
        <pc:spChg chg="mod">
          <ac:chgData name="Farkas Bence" userId="S::farkas.bence@dozsakalocsa.hu::14b24340-105c-49c7-b511-4d1958db76d7" providerId="AD" clId="Web-{9F8F2FE6-7CF0-12C0-7C24-321F2A34FE5E}" dt="2026-02-23T07:17:31.134" v="19" actId="20577"/>
          <ac:spMkLst>
            <pc:docMk/>
            <pc:sldMk cId="2088928047" sldId="279"/>
            <ac:spMk id="2" creationId="{9163F01B-BBF4-58FD-93CB-BD6A8225DBC1}"/>
          </ac:spMkLst>
        </pc:spChg>
      </pc:sldChg>
    </pc:docChg>
  </pc:docChgLst>
  <pc:docChgLst>
    <pc:chgData name="Pongrácz Gábor" userId="S::pongracz.gabor@dozsakalocsa.hu::d20b4a79-4cac-4aaa-b768-68d6b5fc2dea" providerId="AD" clId="Web-{C242FC64-E622-1614-AAAF-87CC4204C15A}"/>
    <pc:docChg chg="modSld">
      <pc:chgData name="Pongrácz Gábor" userId="S::pongracz.gabor@dozsakalocsa.hu::d20b4a79-4cac-4aaa-b768-68d6b5fc2dea" providerId="AD" clId="Web-{C242FC64-E622-1614-AAAF-87CC4204C15A}" dt="2026-02-23T07:16:51.119" v="118" actId="20577"/>
      <pc:docMkLst>
        <pc:docMk/>
      </pc:docMkLst>
      <pc:sldChg chg="addSp delSp">
        <pc:chgData name="Pongrácz Gábor" userId="S::pongracz.gabor@dozsakalocsa.hu::d20b4a79-4cac-4aaa-b768-68d6b5fc2dea" providerId="AD" clId="Web-{C242FC64-E622-1614-AAAF-87CC4204C15A}" dt="2026-02-23T07:15:38.051" v="88"/>
        <pc:sldMkLst>
          <pc:docMk/>
          <pc:sldMk cId="2490134746" sldId="257"/>
        </pc:sldMkLst>
        <pc:spChg chg="add">
          <ac:chgData name="Pongrácz Gábor" userId="S::pongracz.gabor@dozsakalocsa.hu::d20b4a79-4cac-4aaa-b768-68d6b5fc2dea" providerId="AD" clId="Web-{C242FC64-E622-1614-AAAF-87CC4204C15A}" dt="2026-02-23T07:10:01.116" v="51"/>
          <ac:spMkLst>
            <pc:docMk/>
            <pc:sldMk cId="2490134746" sldId="257"/>
            <ac:spMk id="5" creationId="{67749694-198C-11F3-CF21-7903A264327C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38.051" v="88"/>
          <ac:spMkLst>
            <pc:docMk/>
            <pc:sldMk cId="2490134746" sldId="257"/>
            <ac:spMk id="9" creationId="{8BAA692F-D8E1-4226-8B8F-9B29E72DC623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3.051" v="94"/>
        <pc:sldMkLst>
          <pc:docMk/>
          <pc:sldMk cId="702753272" sldId="258"/>
        </pc:sldMkLst>
        <pc:spChg chg="add">
          <ac:chgData name="Pongrácz Gábor" userId="S::pongracz.gabor@dozsakalocsa.hu::d20b4a79-4cac-4aaa-b768-68d6b5fc2dea" providerId="AD" clId="Web-{C242FC64-E622-1614-AAAF-87CC4204C15A}" dt="2026-02-23T07:10:07.210" v="57"/>
          <ac:spMkLst>
            <pc:docMk/>
            <pc:sldMk cId="702753272" sldId="258"/>
            <ac:spMk id="10" creationId="{CCFD0667-7A7C-C2B5-A4CC-A988D9438D4F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3.051" v="94"/>
          <ac:spMkLst>
            <pc:docMk/>
            <pc:sldMk cId="702753272" sldId="258"/>
            <ac:spMk id="14" creationId="{F2F2103B-F908-CA19-3EA7-D10799546D21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4.583" v="96"/>
        <pc:sldMkLst>
          <pc:docMk/>
          <pc:sldMk cId="2003293117" sldId="259"/>
        </pc:sldMkLst>
        <pc:spChg chg="add">
          <ac:chgData name="Pongrácz Gábor" userId="S::pongracz.gabor@dozsakalocsa.hu::d20b4a79-4cac-4aaa-b768-68d6b5fc2dea" providerId="AD" clId="Web-{C242FC64-E622-1614-AAAF-87CC4204C15A}" dt="2026-02-23T07:10:08.398" v="59"/>
          <ac:spMkLst>
            <pc:docMk/>
            <pc:sldMk cId="2003293117" sldId="259"/>
            <ac:spMk id="11" creationId="{A9475A00-06AC-B943-DAB7-7C07D3CABB65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4.583" v="96"/>
          <ac:spMkLst>
            <pc:docMk/>
            <pc:sldMk cId="2003293117" sldId="259"/>
            <ac:spMk id="15" creationId="{BA49A25D-ABF3-2AB2-6538-A466D42B5370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5.692" v="97"/>
        <pc:sldMkLst>
          <pc:docMk/>
          <pc:sldMk cId="2390332418" sldId="260"/>
        </pc:sldMkLst>
        <pc:spChg chg="add">
          <ac:chgData name="Pongrácz Gábor" userId="S::pongracz.gabor@dozsakalocsa.hu::d20b4a79-4cac-4aaa-b768-68d6b5fc2dea" providerId="AD" clId="Web-{C242FC64-E622-1614-AAAF-87CC4204C15A}" dt="2026-02-23T07:10:08.929" v="60"/>
          <ac:spMkLst>
            <pc:docMk/>
            <pc:sldMk cId="2390332418" sldId="260"/>
            <ac:spMk id="7" creationId="{1D6DB50B-58DA-69E9-7005-909D0567FB5F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5.692" v="97"/>
          <ac:spMkLst>
            <pc:docMk/>
            <pc:sldMk cId="2390332418" sldId="260"/>
            <ac:spMk id="15" creationId="{EA21C272-6D61-83EE-4821-64AF894072FC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4.114" v="95"/>
        <pc:sldMkLst>
          <pc:docMk/>
          <pc:sldMk cId="226778464" sldId="261"/>
        </pc:sldMkLst>
        <pc:spChg chg="add">
          <ac:chgData name="Pongrácz Gábor" userId="S::pongracz.gabor@dozsakalocsa.hu::d20b4a79-4cac-4aaa-b768-68d6b5fc2dea" providerId="AD" clId="Web-{C242FC64-E622-1614-AAAF-87CC4204C15A}" dt="2026-02-23T07:10:07.788" v="58"/>
          <ac:spMkLst>
            <pc:docMk/>
            <pc:sldMk cId="226778464" sldId="261"/>
            <ac:spMk id="10" creationId="{8431D0FB-FB8C-A60B-C0C2-1ACCAE06A368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4.114" v="95"/>
          <ac:spMkLst>
            <pc:docMk/>
            <pc:sldMk cId="226778464" sldId="261"/>
            <ac:spMk id="14" creationId="{EDF3B3DF-DC92-E9E6-1B85-EFBD55F0CCEF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6.177" v="98"/>
        <pc:sldMkLst>
          <pc:docMk/>
          <pc:sldMk cId="2836090025" sldId="262"/>
        </pc:sldMkLst>
        <pc:spChg chg="add">
          <ac:chgData name="Pongrácz Gábor" userId="S::pongracz.gabor@dozsakalocsa.hu::d20b4a79-4cac-4aaa-b768-68d6b5fc2dea" providerId="AD" clId="Web-{C242FC64-E622-1614-AAAF-87CC4204C15A}" dt="2026-02-23T07:10:30.367" v="61"/>
          <ac:spMkLst>
            <pc:docMk/>
            <pc:sldMk cId="2836090025" sldId="262"/>
            <ac:spMk id="13" creationId="{7E43E167-CC13-6131-B0A6-8431078D79CC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6.177" v="98"/>
          <ac:spMkLst>
            <pc:docMk/>
            <pc:sldMk cId="2836090025" sldId="262"/>
            <ac:spMk id="17" creationId="{06A857F5-A7B5-C101-772E-4B8180FC7682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7.145" v="99"/>
        <pc:sldMkLst>
          <pc:docMk/>
          <pc:sldMk cId="3806295488" sldId="263"/>
        </pc:sldMkLst>
        <pc:spChg chg="add">
          <ac:chgData name="Pongrácz Gábor" userId="S::pongracz.gabor@dozsakalocsa.hu::d20b4a79-4cac-4aaa-b768-68d6b5fc2dea" providerId="AD" clId="Web-{C242FC64-E622-1614-AAAF-87CC4204C15A}" dt="2026-02-23T07:10:31.695" v="62"/>
          <ac:spMkLst>
            <pc:docMk/>
            <pc:sldMk cId="3806295488" sldId="263"/>
            <ac:spMk id="8" creationId="{23DF47AA-C98C-9153-8119-D9D9FD186258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7.145" v="99"/>
          <ac:spMkLst>
            <pc:docMk/>
            <pc:sldMk cId="3806295488" sldId="263"/>
            <ac:spMk id="14" creationId="{BC0E2E9F-26A9-F1EB-921F-40AC105E4257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56.381" v="104"/>
        <pc:sldMkLst>
          <pc:docMk/>
          <pc:sldMk cId="1360681232" sldId="264"/>
        </pc:sldMkLst>
        <pc:spChg chg="add">
          <ac:chgData name="Pongrácz Gábor" userId="S::pongracz.gabor@dozsakalocsa.hu::d20b4a79-4cac-4aaa-b768-68d6b5fc2dea" providerId="AD" clId="Web-{C242FC64-E622-1614-AAAF-87CC4204C15A}" dt="2026-02-23T07:10:33.882" v="65"/>
          <ac:spMkLst>
            <pc:docMk/>
            <pc:sldMk cId="1360681232" sldId="264"/>
            <ac:spMk id="11" creationId="{1570AD00-A437-6E23-9D5E-C6592E0D9538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9.911" v="102"/>
          <ac:spMkLst>
            <pc:docMk/>
            <pc:sldMk cId="1360681232" sldId="264"/>
            <ac:spMk id="16" creationId="{6E8D6C5A-FB36-BC0E-E00F-76D21608F33B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38.973" v="89"/>
        <pc:sldMkLst>
          <pc:docMk/>
          <pc:sldMk cId="724213369" sldId="266"/>
        </pc:sldMkLst>
        <pc:spChg chg="add">
          <ac:chgData name="Pongrácz Gábor" userId="S::pongracz.gabor@dozsakalocsa.hu::d20b4a79-4cac-4aaa-b768-68d6b5fc2dea" providerId="AD" clId="Web-{C242FC64-E622-1614-AAAF-87CC4204C15A}" dt="2026-02-23T07:10:01.710" v="52"/>
          <ac:spMkLst>
            <pc:docMk/>
            <pc:sldMk cId="724213369" sldId="266"/>
            <ac:spMk id="5" creationId="{CF147602-7640-1834-8523-699BAC221EE9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38.973" v="89"/>
          <ac:spMkLst>
            <pc:docMk/>
            <pc:sldMk cId="724213369" sldId="266"/>
            <ac:spMk id="13" creationId="{8A0A306E-B1CA-479A-9B44-DBE049F97D7A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8.302" v="100"/>
        <pc:sldMkLst>
          <pc:docMk/>
          <pc:sldMk cId="1110081679" sldId="267"/>
        </pc:sldMkLst>
        <pc:spChg chg="add">
          <ac:chgData name="Pongrácz Gábor" userId="S::pongracz.gabor@dozsakalocsa.hu::d20b4a79-4cac-4aaa-b768-68d6b5fc2dea" providerId="AD" clId="Web-{C242FC64-E622-1614-AAAF-87CC4204C15A}" dt="2026-02-23T07:10:32.179" v="63"/>
          <ac:spMkLst>
            <pc:docMk/>
            <pc:sldMk cId="1110081679" sldId="267"/>
            <ac:spMk id="7" creationId="{69C87BBE-8FDA-298A-9C00-1CAD06AD18A2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8.302" v="100"/>
          <ac:spMkLst>
            <pc:docMk/>
            <pc:sldMk cId="1110081679" sldId="267"/>
            <ac:spMk id="15" creationId="{A8FE71F3-8906-F05F-9D88-86197C67133E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2.520" v="93"/>
        <pc:sldMkLst>
          <pc:docMk/>
          <pc:sldMk cId="2411412178" sldId="268"/>
        </pc:sldMkLst>
        <pc:spChg chg="add">
          <ac:chgData name="Pongrácz Gábor" userId="S::pongracz.gabor@dozsakalocsa.hu::d20b4a79-4cac-4aaa-b768-68d6b5fc2dea" providerId="AD" clId="Web-{C242FC64-E622-1614-AAAF-87CC4204C15A}" dt="2026-02-23T07:10:05.866" v="56"/>
          <ac:spMkLst>
            <pc:docMk/>
            <pc:sldMk cId="2411412178" sldId="268"/>
            <ac:spMk id="6" creationId="{DCCC245D-EEF4-3D9E-432B-F93614593683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2.520" v="93"/>
          <ac:spMkLst>
            <pc:docMk/>
            <pc:sldMk cId="2411412178" sldId="268"/>
            <ac:spMk id="10" creationId="{66249FF3-2263-C166-9DBD-760A27CE4921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8.911" v="101"/>
        <pc:sldMkLst>
          <pc:docMk/>
          <pc:sldMk cId="2780969407" sldId="269"/>
        </pc:sldMkLst>
        <pc:spChg chg="add">
          <ac:chgData name="Pongrácz Gábor" userId="S::pongracz.gabor@dozsakalocsa.hu::d20b4a79-4cac-4aaa-b768-68d6b5fc2dea" providerId="AD" clId="Web-{C242FC64-E622-1614-AAAF-87CC4204C15A}" dt="2026-02-23T07:10:32.960" v="64"/>
          <ac:spMkLst>
            <pc:docMk/>
            <pc:sldMk cId="2780969407" sldId="269"/>
            <ac:spMk id="10" creationId="{731D5ECC-61D0-6A38-98FD-1C68318C25F9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8.911" v="101"/>
          <ac:spMkLst>
            <pc:docMk/>
            <pc:sldMk cId="2780969407" sldId="269"/>
            <ac:spMk id="15" creationId="{ABFE835D-3D2A-B6D6-0B1B-0148DF7F5850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57.349" v="105"/>
        <pc:sldMkLst>
          <pc:docMk/>
          <pc:sldMk cId="340467667" sldId="270"/>
        </pc:sldMkLst>
        <pc:spChg chg="add">
          <ac:chgData name="Pongrácz Gábor" userId="S::pongracz.gabor@dozsakalocsa.hu::d20b4a79-4cac-4aaa-b768-68d6b5fc2dea" providerId="AD" clId="Web-{C242FC64-E622-1614-AAAF-87CC4204C15A}" dt="2026-02-23T07:10:34.429" v="66"/>
          <ac:spMkLst>
            <pc:docMk/>
            <pc:sldMk cId="340467667" sldId="270"/>
            <ac:spMk id="12" creationId="{882E4689-7765-6B31-CE03-7169F37F1A48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57.349" v="105"/>
          <ac:spMkLst>
            <pc:docMk/>
            <pc:sldMk cId="340467667" sldId="270"/>
            <ac:spMk id="16" creationId="{60B6FE90-3419-2E6A-AD82-31237F36D845}"/>
          </ac:spMkLst>
        </pc:spChg>
      </pc:sldChg>
      <pc:sldChg chg="addSp delSp modSp">
        <pc:chgData name="Pongrácz Gábor" userId="S::pongracz.gabor@dozsakalocsa.hu::d20b4a79-4cac-4aaa-b768-68d6b5fc2dea" providerId="AD" clId="Web-{C242FC64-E622-1614-AAAF-87CC4204C15A}" dt="2026-02-23T07:14:53.047" v="71" actId="20577"/>
        <pc:sldMkLst>
          <pc:docMk/>
          <pc:sldMk cId="1243399125" sldId="271"/>
        </pc:sldMkLst>
        <pc:spChg chg="add mod">
          <ac:chgData name="Pongrácz Gábor" userId="S::pongracz.gabor@dozsakalocsa.hu::d20b4a79-4cac-4aaa-b768-68d6b5fc2dea" providerId="AD" clId="Web-{C242FC64-E622-1614-AAAF-87CC4204C15A}" dt="2026-02-23T07:09:55.647" v="50" actId="20577"/>
          <ac:spMkLst>
            <pc:docMk/>
            <pc:sldMk cId="1243399125" sldId="271"/>
            <ac:spMk id="8" creationId="{9D7E99FB-30A5-03A3-1DE3-FBFCE074CCF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14:53.047" v="71" actId="20577"/>
          <ac:spMkLst>
            <pc:docMk/>
            <pc:sldMk cId="1243399125" sldId="271"/>
            <ac:spMk id="11" creationId="{5C54C5EA-A7B0-36C7-69F6-710E437C0982}"/>
          </ac:spMkLst>
        </pc:spChg>
      </pc:sldChg>
      <pc:sldChg chg="addSp modSp">
        <pc:chgData name="Pongrácz Gábor" userId="S::pongracz.gabor@dozsakalocsa.hu::d20b4a79-4cac-4aaa-b768-68d6b5fc2dea" providerId="AD" clId="Web-{C242FC64-E622-1614-AAAF-87CC4204C15A}" dt="2026-02-23T07:16:51.119" v="118" actId="20577"/>
        <pc:sldMkLst>
          <pc:docMk/>
          <pc:sldMk cId="1758309654" sldId="272"/>
        </pc:sldMkLst>
        <pc:spChg chg="mod">
          <ac:chgData name="Pongrácz Gábor" userId="S::pongracz.gabor@dozsakalocsa.hu::d20b4a79-4cac-4aaa-b768-68d6b5fc2dea" providerId="AD" clId="Web-{C242FC64-E622-1614-AAAF-87CC4204C15A}" dt="2026-02-23T07:08:29.474" v="27" actId="20577"/>
          <ac:spMkLst>
            <pc:docMk/>
            <pc:sldMk cId="1758309654" sldId="272"/>
            <ac:spMk id="2" creationId="{8121DDA6-92B6-894F-9E9A-E1E7DEB267B5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8:36.443" v="29" actId="20577"/>
          <ac:spMkLst>
            <pc:docMk/>
            <pc:sldMk cId="1758309654" sldId="272"/>
            <ac:spMk id="4" creationId="{C8B2645A-3AA3-D34E-9018-CDE0874BE48A}"/>
          </ac:spMkLst>
        </pc:spChg>
        <pc:spChg chg="add mod">
          <ac:chgData name="Pongrácz Gábor" userId="S::pongracz.gabor@dozsakalocsa.hu::d20b4a79-4cac-4aaa-b768-68d6b5fc2dea" providerId="AD" clId="Web-{C242FC64-E622-1614-AAAF-87CC4204C15A}" dt="2026-02-23T07:16:51.119" v="118" actId="20577"/>
          <ac:spMkLst>
            <pc:docMk/>
            <pc:sldMk cId="1758309654" sldId="272"/>
            <ac:spMk id="6" creationId="{5BB3CA6E-3722-E13B-D0A8-066F0C91C8B5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7:30.833" v="17" actId="1076"/>
          <ac:spMkLst>
            <pc:docMk/>
            <pc:sldMk cId="1758309654" sldId="272"/>
            <ac:spMk id="7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8:41.678" v="30" actId="20577"/>
          <ac:spMkLst>
            <pc:docMk/>
            <pc:sldMk cId="1758309654" sldId="272"/>
            <ac:spMk id="8" creationId="{33DB614F-B25A-4737-5F7B-01DB283F00F8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16:39.962" v="111" actId="1076"/>
          <ac:spMkLst>
            <pc:docMk/>
            <pc:sldMk cId="1758309654" sldId="272"/>
            <ac:spMk id="9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8:08.661" v="25" actId="1076"/>
          <ac:spMkLst>
            <pc:docMk/>
            <pc:sldMk cId="1758309654" sldId="272"/>
            <ac:spMk id="10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7:20.676" v="15" actId="1076"/>
          <ac:spMkLst>
            <pc:docMk/>
            <pc:sldMk cId="1758309654" sldId="272"/>
            <ac:spMk id="11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16:41.399" v="112" actId="1076"/>
          <ac:spMkLst>
            <pc:docMk/>
            <pc:sldMk cId="1758309654" sldId="272"/>
            <ac:spMk id="12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8:06.661" v="24" actId="1076"/>
          <ac:spMkLst>
            <pc:docMk/>
            <pc:sldMk cId="1758309654" sldId="272"/>
            <ac:spMk id="13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6:10.831" v="1" actId="1076"/>
          <ac:spMkLst>
            <pc:docMk/>
            <pc:sldMk cId="1758309654" sldId="272"/>
            <ac:spMk id="14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7:39.567" v="19" actId="1076"/>
          <ac:spMkLst>
            <pc:docMk/>
            <pc:sldMk cId="1758309654" sldId="272"/>
            <ac:spMk id="16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7:14.270" v="14" actId="1076"/>
          <ac:spMkLst>
            <pc:docMk/>
            <pc:sldMk cId="1758309654" sldId="272"/>
            <ac:spMk id="17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7:47.708" v="21" actId="1076"/>
          <ac:spMkLst>
            <pc:docMk/>
            <pc:sldMk cId="1758309654" sldId="272"/>
            <ac:spMk id="18" creationId="{00000000-0000-0000-0000-000000000000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2.004" v="92"/>
        <pc:sldMkLst>
          <pc:docMk/>
          <pc:sldMk cId="976257424" sldId="275"/>
        </pc:sldMkLst>
        <pc:spChg chg="add">
          <ac:chgData name="Pongrácz Gábor" userId="S::pongracz.gabor@dozsakalocsa.hu::d20b4a79-4cac-4aaa-b768-68d6b5fc2dea" providerId="AD" clId="Web-{C242FC64-E622-1614-AAAF-87CC4204C15A}" dt="2026-02-23T07:10:04.569" v="55"/>
          <ac:spMkLst>
            <pc:docMk/>
            <pc:sldMk cId="976257424" sldId="275"/>
            <ac:spMk id="6" creationId="{04DCCA3F-2B20-D2F5-1FCB-BEB96A78F042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2.004" v="92"/>
          <ac:spMkLst>
            <pc:docMk/>
            <pc:sldMk cId="976257424" sldId="275"/>
            <ac:spMk id="8" creationId="{CD75C07E-C9B9-6F37-BDC2-D9EA108A17A3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39.504" v="90"/>
        <pc:sldMkLst>
          <pc:docMk/>
          <pc:sldMk cId="3366350003" sldId="276"/>
        </pc:sldMkLst>
        <pc:spChg chg="add">
          <ac:chgData name="Pongrácz Gábor" userId="S::pongracz.gabor@dozsakalocsa.hu::d20b4a79-4cac-4aaa-b768-68d6b5fc2dea" providerId="AD" clId="Web-{C242FC64-E622-1614-AAAF-87CC4204C15A}" dt="2026-02-23T07:10:03.554" v="53"/>
          <ac:spMkLst>
            <pc:docMk/>
            <pc:sldMk cId="3366350003" sldId="276"/>
            <ac:spMk id="7" creationId="{3092552F-1CDC-531C-D04D-CD467AC6CCA8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39.504" v="90"/>
          <ac:spMkLst>
            <pc:docMk/>
            <pc:sldMk cId="3366350003" sldId="276"/>
            <ac:spMk id="9" creationId="{CE40E9FE-68F6-EB68-6505-315C8046BECD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1.458" v="91"/>
        <pc:sldMkLst>
          <pc:docMk/>
          <pc:sldMk cId="2774313958" sldId="278"/>
        </pc:sldMkLst>
        <pc:spChg chg="add">
          <ac:chgData name="Pongrácz Gábor" userId="S::pongracz.gabor@dozsakalocsa.hu::d20b4a79-4cac-4aaa-b768-68d6b5fc2dea" providerId="AD" clId="Web-{C242FC64-E622-1614-AAAF-87CC4204C15A}" dt="2026-02-23T07:10:04.023" v="54"/>
          <ac:spMkLst>
            <pc:docMk/>
            <pc:sldMk cId="2774313958" sldId="278"/>
            <ac:spMk id="6" creationId="{7A3575CD-7B8C-C2C7-128B-30091BBDF46C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1.458" v="91"/>
          <ac:spMkLst>
            <pc:docMk/>
            <pc:sldMk cId="2774313958" sldId="278"/>
            <ac:spMk id="8" creationId="{13D284C1-489B-ED0E-6DDD-A1E3D8340CF6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31T17:50:37.0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28646 15446 16383 0 0,'0'8'0'0'0,"5"1"0"0"0,9 0 0 0 0,6 4 0 0 0,7 1 0 0 0,9-2 0 0 0,6 5 0 0 0,6-3 0 0 0,0-3 0 0 0,-1-1 0 0 0,-3-6 0 0 0,-3-1 0 0 0,-4-1 0 0 0,4-2 0 0 0,7-2 0 0 0,0 2 0 0 0,-1 0 0 0 0,2-1 0 0 0,0 1 0 0 0,-5 0 0 0 0,-2 0 0 0 0,-4 0 0 0 0,-2 0 0 0 0,-2 0 0 0 0,7 0 0 0 0,-1 0 0 0 0,1 0 0 0 0,4 0 0 0 0,6 0 0 0 0,6 0 0 0 0,-2 0 0 0 0,-3 0 0 0 0,-5 0 0 0 0,0 0 0 0 0,0 0 0 0 0,-6 0 0 0 0,6 0 0 0 0,-3 0 0 0 0,-1 0 0 0 0,-2 0 0 0 0,-3 0 0 0 0,-3 0 0 0 0,1 0 0 0 0,-3 0 0 0 0,1 0 0 0 0,-1 0 0 0 0,1 0 0 0 0,-1 0 0 0 0,1 0 0 0 0,-1 0 0 0 0,1 0 0 0 0,0 0 0 0 0,0 0 0 0 0,-1 0 0 0 0,1 0 0 0 0,0 0 0 0 0,0 0 0 0 0,1 0 0 0 0,-2 0 0 0 0,1 0 0 0 0,6 0 0 0 0,1 0 0 0 0,0 0 0 0 0,-1 0 0 0 0,-1 0 0 0 0,-4 0 0 0 0,1 0 0 0 0,-1 0 0 0 0,-2 0 0 0 0,1 0 0 0 0,-1 0 0 0 0,-5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31T17:50:37.0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29366 15652 16383 0 0,'-6'0'0'0'0,"-7"0"0"0"0,-8 0 0 0 0,-6 0 0 0 0,-3 0 0 0 0,-3 0 0 0 0,-1 0 0 0 0,-2 0 0 0 0,1 6 0 0 0,6 7 0 0 0,7 9 0 0 0,8 4 0 0 0,7 5 0 0 0,3 3 0 0 0,4 0 0 0 0,1 1 0 0 0,0 7 0 0 0,1 0 0 0 0,-6 1 0 0 0,-4-2 0 0 0,2 3 0 0 0,1 0 0 0 0,0-2 0 0 0,2 5 0 0 0,2-1 0 0 0,1-3 0 0 0,0-3 0 0 0,0 5 0 0 0,0-1 0 0 0,0 4 0 0 0,1-1 0 0 0,-1 5 0 0 0,0-2 0 0 0,0-5 0 0 0,0-2 0 0 0,0-4 0 0 0,0 3 0 0 0,0 1 0 0 0,0 4 0 0 0,0 0 0 0 0,0 4 0 0 0,0-2 0 0 0,0-2 0 0 0,0-5 0 0 0,0-3 0 0 0,0-2 0 0 0,0-2 0 0 0,0 5 0 0 0,0 2 0 0 0,0-2 0 0 0,0-2 0 0 0,0 0 0 0 0,0-1 0 0 0,0-3 0 0 0,0 2 0 0 0,0-3 0 0 0,0 1 0 0 0,0-1 0 0 0,0 1 0 0 0,0 0 0 0 0,0-1 0 0 0,0 1 0 0 0,0 0 0 0 0,0 1 0 0 0,0-2 0 0 0,0 7 0 0 0,0 2 0 0 0,0-1 0 0 0,0 4 0 0 0,0 1 0 0 0,0-2 0 0 0,0-3 0 0 0,0-2 0 0 0,0-2 0 0 0,0-2 0 0 0,0 4 0 0 0,0 3 0 0 0,0-1 0 0 0,0-2 0 0 0,0 4 0 0 0,0 7 0 0 0,0 0 0 0 0,0 4 0 0 0,0-2 0 0 0,0-4 0 0 0,0-7 0 0 0,0 5 0 0 0,0-2 0 0 0,0 0 0 0 0,0 0 0 0 0,0 8 0 0 0,0-1 0 0 0,0-5 0 0 0,0 5 0 0 0,0-4 0 0 0,0-1 0 0 0,0-6 0 0 0,0 11 0 0 0,0 0 0 0 0,0-2 0 0 0,0-3 0 0 0,0 2 0 0 0,0 4 0 0 0,0-2 0 0 0,0-2 0 0 0,0-4 0 0 0,0-4 0 0 0,0-3 0 0 0,0-2 0 0 0,0 0 0 0 0,0-2 0 0 0,0-1 0 0 0,0 3 0 0 0,0-2 0 0 0,0 0 0 0 0,5 1 0 0 0,9-6 0 0 0,1-2 0 0 0,-2 1 0 0 0,-3 1 0 0 0,-2 1 0 0 0,-4 3 0 0 0,-3 1 0 0 0,0 6 0 0 0,-1 3 0 0 0,-1 5 0 0 0,1 1 0 0 0,-1 2 0 0 0,1 1 0 0 0,0-4 0 0 0,-2-4 0 0 0,2-2 0 0 0,0-5 0 0 0,0-1 0 0 0,0-1 0 0 0,0 0 0 0 0,0-1 0 0 0,0 0 0 0 0,0 0 0 0 0,0 1 0 0 0,0-1 0 0 0,0 1 0 0 0,0 0 0 0 0,0 1 0 0 0,0-2 0 0 0,0 1 0 0 0,0 0 0 0 0,0 0 0 0 0,0 0 0 0 0,0-1 0 0 0,0 2 0 0 0,0-1 0 0 0,0 0 0 0 0,0 0 0 0 0,0-1 0 0 0,-5-4 0 0 0,-9-3 0 0 0,-1 0 0 0 0,3 3 0 0 0,1 1 0 0 0,5 1 0 0 0,1 1 0 0 0,9-4 0 0 0,3-2 0 0 0,1 1 0 0 0,-2 2 0 0 0,6-5 0 0 0,4-6 0 0 0,7-5 0 0 0,3-7 0 0 0,6-4 0 0 0,1 0 0 0 0,1-2 0 0 0,2-2 0 0 0,-2 1 0 0 0,0 0 0 0 0,1 0 0 0 0,0 1 0 0 0,-1 0 0 0 0,0-2 0 0 0,-6 2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FFA99-551E-45B4-8370-7EE47DE7A2D9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78079-BF18-4298-A5A3-7BDA287CF32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1597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78079-BF18-4298-A5A3-7BDA287CF324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9281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78079-BF18-4298-A5A3-7BDA287CF324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0031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285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7356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968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298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402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4110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7402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022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8113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480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4679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193E8-478D-464D-8400-8CD4306FD776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029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58.png"/><Relationship Id="rId7" Type="http://schemas.openxmlformats.org/officeDocument/2006/relationships/image" Target="../media/image60.emf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image" Target="../media/image59.png"/><Relationship Id="rId10" Type="http://schemas.openxmlformats.org/officeDocument/2006/relationships/image" Target="../media/image1.png"/><Relationship Id="rId4" Type="http://schemas.openxmlformats.org/officeDocument/2006/relationships/image" Target="../media/image28.png"/><Relationship Id="rId9" Type="http://schemas.openxmlformats.org/officeDocument/2006/relationships/image" Target="../media/image6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7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7" name="Szövegdoboz 6"/>
          <p:cNvSpPr txBox="1"/>
          <p:nvPr/>
        </p:nvSpPr>
        <p:spPr>
          <a:xfrm>
            <a:off x="85725" y="5743575"/>
            <a:ext cx="2305050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hu-HU">
                <a:solidFill>
                  <a:schemeClr val="accent4">
                    <a:lumMod val="75000"/>
                  </a:schemeClr>
                </a:solidFill>
              </a:rPr>
              <a:t>Pálosi András</a:t>
            </a:r>
          </a:p>
          <a:p>
            <a:r>
              <a:rPr lang="hu-HU">
                <a:solidFill>
                  <a:schemeClr val="accent4">
                    <a:lumMod val="75000"/>
                  </a:schemeClr>
                </a:solidFill>
              </a:rPr>
              <a:t>Pongrácz Gábor</a:t>
            </a:r>
            <a:endParaRPr lang="hu-HU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hu-HU">
                <a:solidFill>
                  <a:schemeClr val="accent4">
                    <a:lumMod val="75000"/>
                  </a:schemeClr>
                </a:solidFill>
              </a:rPr>
              <a:t>Farkas Bence</a:t>
            </a:r>
            <a:endParaRPr lang="hu-HU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33ED00C8-834D-CB10-C31A-BA86860BD15E}"/>
              </a:ext>
            </a:extLst>
          </p:cNvPr>
          <p:cNvSpPr txBox="1"/>
          <p:nvPr/>
        </p:nvSpPr>
        <p:spPr>
          <a:xfrm>
            <a:off x="10138406" y="6311056"/>
            <a:ext cx="20577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>
                <a:solidFill>
                  <a:srgbClr val="BF9000"/>
                </a:solidFill>
                <a:ea typeface="Calibri"/>
                <a:cs typeface="Calibri"/>
              </a:rPr>
              <a:t>2026.02.16</a:t>
            </a:r>
          </a:p>
        </p:txBody>
      </p:sp>
      <p:pic>
        <p:nvPicPr>
          <p:cNvPr id="9" name="Kép 8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E772DAAF-5F0E-4011-58F1-E8D4CBA27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599" y="1157801"/>
            <a:ext cx="4359236" cy="424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5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A82BF-DF87-C3EB-3C33-71EE012FB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5751E50-382A-3788-7808-A130F2706FEF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59AAEE34-A4BD-81AC-D7B2-01BECE2AC5D7}"/>
              </a:ext>
            </a:extLst>
          </p:cNvPr>
          <p:cNvSpPr txBox="1"/>
          <p:nvPr/>
        </p:nvSpPr>
        <p:spPr>
          <a:xfrm>
            <a:off x="3322060" y="24854"/>
            <a:ext cx="554788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Csapat Bemutatása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C6B2B83-D553-1F50-A09E-E9FDFDDC863A}"/>
              </a:ext>
            </a:extLst>
          </p:cNvPr>
          <p:cNvSpPr txBox="1"/>
          <p:nvPr/>
        </p:nvSpPr>
        <p:spPr>
          <a:xfrm>
            <a:off x="87751" y="1672491"/>
            <a:ext cx="3433648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/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Farkas Bence:</a:t>
            </a:r>
          </a:p>
          <a:p>
            <a:pPr algn="just"/>
            <a:endParaRPr lang="hu-HU" sz="2400" dirty="0">
              <a:solidFill>
                <a:schemeClr val="accent4">
                  <a:lumMod val="75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 panose="020F0502020204030204"/>
                <a:cs typeface="Calibri" panose="020F0502020204030204"/>
              </a:rPr>
              <a:t>Frontend fejlesztés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 panose="020F0502020204030204"/>
                <a:cs typeface="Calibri" panose="020F0502020204030204"/>
              </a:rPr>
              <a:t>Kép/logó szerkesztés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9CC54BC-8EB1-B4DD-25E2-9C717D5E9422}"/>
              </a:ext>
            </a:extLst>
          </p:cNvPr>
          <p:cNvSpPr txBox="1"/>
          <p:nvPr/>
        </p:nvSpPr>
        <p:spPr>
          <a:xfrm>
            <a:off x="4384395" y="1628989"/>
            <a:ext cx="3423210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/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Pálosi András:</a:t>
            </a:r>
          </a:p>
          <a:p>
            <a:pPr algn="just"/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Adatbázis fejlesztés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Frontend fejlesztés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Backend fejlesztés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Tesztelés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9CD0A707-E39F-39DD-669F-A8B108C69320}"/>
              </a:ext>
            </a:extLst>
          </p:cNvPr>
          <p:cNvSpPr txBox="1"/>
          <p:nvPr/>
        </p:nvSpPr>
        <p:spPr>
          <a:xfrm>
            <a:off x="8670601" y="1487825"/>
            <a:ext cx="3611100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/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Pongrácz Gábor:</a:t>
            </a:r>
          </a:p>
          <a:p>
            <a:pPr algn="just"/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Adatbázis fejlesztés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Backend fejlesztés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WPF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Admin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 applikáció</a:t>
            </a:r>
          </a:p>
          <a:p>
            <a:pPr marL="342900" indent="-342900" algn="just">
              <a:buFont typeface="Calibri"/>
              <a:buChar char="-"/>
            </a:pP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12" name="Kép 11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4A1C5DB8-BEB6-C5C2-F6B5-6ECB19188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46D0416A-A0DD-452D-9858-15F7C91D2780}"/>
              </a:ext>
            </a:extLst>
          </p:cNvPr>
          <p:cNvSpPr txBox="1"/>
          <p:nvPr/>
        </p:nvSpPr>
        <p:spPr>
          <a:xfrm>
            <a:off x="389981" y="5612282"/>
            <a:ext cx="1141203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/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Közös munka: Prezentáció készítés, Dokumentáció készítés, Csapatmunka: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Ticket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kezelés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4339912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3322060" y="24854"/>
            <a:ext cx="554788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Projekt bemutatása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sp>
        <p:nvSpPr>
          <p:cNvPr id="6" name="Szövegdoboz 5"/>
          <p:cNvSpPr txBox="1"/>
          <p:nvPr/>
        </p:nvSpPr>
        <p:spPr>
          <a:xfrm>
            <a:off x="61727" y="1670103"/>
            <a:ext cx="6335511" cy="378565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A Dózsa Csárda célja hogy egy felhasználóbarát, és egy egyszerűen kezelhető élelmiszer rendelést valósítson meg.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Elkészítheted a rendelésedet, 5 különböző kategóriából.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A weboldalt csak akkor lehet használni, ha regisztrált, illetve az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adminok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által aktivált fiókkal rendelkezel.</a:t>
            </a:r>
          </a:p>
        </p:txBody>
      </p:sp>
      <p:pic>
        <p:nvPicPr>
          <p:cNvPr id="12" name="Kép 11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8182BBC8-B81D-100A-2369-46F14C303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13" name="Kép 12" descr="A képen szöveg, képernyőkép, Grafikus tervezé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EE62C2DF-5B27-E76A-BE50-1858416AB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113" y="2234001"/>
            <a:ext cx="5577840" cy="2657856"/>
          </a:xfrm>
          <a:prstGeom prst="rect">
            <a:avLst/>
          </a:pr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249013474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3322060" y="24854"/>
            <a:ext cx="554788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Főoldal</a:t>
            </a:r>
          </a:p>
        </p:txBody>
      </p:sp>
      <p:pic>
        <p:nvPicPr>
          <p:cNvPr id="12" name="Kép 11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8182BBC8-B81D-100A-2369-46F14C303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19" name="Kép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4448"/>
            <a:ext cx="12192000" cy="5787865"/>
          </a:xfrm>
          <a:prstGeom prst="rect">
            <a:avLst/>
          </a:prstGeom>
        </p:spPr>
      </p:pic>
      <p:pic>
        <p:nvPicPr>
          <p:cNvPr id="21" name="Kép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4448"/>
            <a:ext cx="12192000" cy="5787865"/>
          </a:xfrm>
          <a:prstGeom prst="rect">
            <a:avLst/>
          </a:prstGeom>
        </p:spPr>
      </p:pic>
      <p:pic>
        <p:nvPicPr>
          <p:cNvPr id="20" name="Kép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34305">
            <a:off x="199857" y="7533193"/>
            <a:ext cx="714375" cy="922407"/>
          </a:xfrm>
          <a:prstGeom prst="rect">
            <a:avLst/>
          </a:prstGeom>
        </p:spPr>
      </p:pic>
      <p:pic>
        <p:nvPicPr>
          <p:cNvPr id="23" name="Kép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44" y="1068382"/>
            <a:ext cx="6176065" cy="3742529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24" name="Kép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4448"/>
            <a:ext cx="12192000" cy="5787865"/>
          </a:xfrm>
          <a:prstGeom prst="rect">
            <a:avLst/>
          </a:prstGeom>
        </p:spPr>
      </p:pic>
      <p:pic>
        <p:nvPicPr>
          <p:cNvPr id="22" name="Kép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4448"/>
            <a:ext cx="12192000" cy="578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40923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7.40741E-7 L 0.97214 -0.7379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607" y="-36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7214 -0.73796 L 0.97604 -0.27037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" y="2338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7604 -0.27037 L 0.59076 -0.41181 " pathEditMode="relative" rAng="0" ptsTypes="AA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271" y="-708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5782 -0.72107 L 0.44597 -0.93704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599" y="-10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602F10-0DC1-3E5F-F52D-16FECE04E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CDA9ECE-E271-503A-3360-804E31DE9DA4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4138FA34-531D-C2E6-52E0-C9A50FC7A159}"/>
              </a:ext>
            </a:extLst>
          </p:cNvPr>
          <p:cNvSpPr txBox="1"/>
          <p:nvPr/>
        </p:nvSpPr>
        <p:spPr>
          <a:xfrm>
            <a:off x="2666912" y="49709"/>
            <a:ext cx="666534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Regisztráció/Bejelentkezés</a:t>
            </a:r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3445EA1B-E319-D9F3-1869-364DD3711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7337"/>
            <a:ext cx="12192000" cy="5787865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8859"/>
            <a:ext cx="12192000" cy="5787865"/>
          </a:xfrm>
          <a:prstGeom prst="rect">
            <a:avLst/>
          </a:prstGeom>
        </p:spPr>
      </p:pic>
      <p:pic>
        <p:nvPicPr>
          <p:cNvPr id="10" name="Kép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8859"/>
            <a:ext cx="12192000" cy="5787865"/>
          </a:xfrm>
          <a:prstGeom prst="rect">
            <a:avLst/>
          </a:prstGeom>
        </p:spPr>
      </p:pic>
      <p:pic>
        <p:nvPicPr>
          <p:cNvPr id="13" name="Kép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8858"/>
            <a:ext cx="12192000" cy="5787865"/>
          </a:xfrm>
          <a:prstGeom prst="rect">
            <a:avLst/>
          </a:prstGeom>
        </p:spPr>
      </p:pic>
      <p:sp>
        <p:nvSpPr>
          <p:cNvPr id="15" name="Téglalap 14"/>
          <p:cNvSpPr/>
          <p:nvPr/>
        </p:nvSpPr>
        <p:spPr>
          <a:xfrm>
            <a:off x="9780957" y="877336"/>
            <a:ext cx="2411043" cy="2474418"/>
          </a:xfrm>
          <a:prstGeom prst="rect">
            <a:avLst/>
          </a:prstGeom>
          <a:solidFill>
            <a:srgbClr val="F0E2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9" name="Kép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1558" y="877335"/>
            <a:ext cx="2810442" cy="870425"/>
          </a:xfrm>
          <a:prstGeom prst="rect">
            <a:avLst/>
          </a:prstGeom>
        </p:spPr>
      </p:pic>
      <p:pic>
        <p:nvPicPr>
          <p:cNvPr id="20" name="Kép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086" y="1483184"/>
            <a:ext cx="2662914" cy="988450"/>
          </a:xfrm>
          <a:prstGeom prst="rect">
            <a:avLst/>
          </a:prstGeom>
        </p:spPr>
      </p:pic>
      <p:sp>
        <p:nvSpPr>
          <p:cNvPr id="40" name="Szorzás 39"/>
          <p:cNvSpPr/>
          <p:nvPr/>
        </p:nvSpPr>
        <p:spPr>
          <a:xfrm>
            <a:off x="810608" y="1977409"/>
            <a:ext cx="3067050" cy="306705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21" name="Kép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8858"/>
            <a:ext cx="12192000" cy="5787865"/>
          </a:xfrm>
          <a:prstGeom prst="rect">
            <a:avLst/>
          </a:prstGeom>
        </p:spPr>
      </p:pic>
      <p:sp>
        <p:nvSpPr>
          <p:cNvPr id="39" name="L alak 38"/>
          <p:cNvSpPr/>
          <p:nvPr/>
        </p:nvSpPr>
        <p:spPr>
          <a:xfrm rot="18900000">
            <a:off x="1540000" y="2921931"/>
            <a:ext cx="1856304" cy="914664"/>
          </a:xfrm>
          <a:prstGeom prst="corner">
            <a:avLst>
              <a:gd name="adj1" fmla="val 28449"/>
              <a:gd name="adj2" fmla="val 2742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22" name="Kép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7336"/>
            <a:ext cx="12192000" cy="5787865"/>
          </a:xfrm>
          <a:prstGeom prst="rect">
            <a:avLst/>
          </a:prstGeom>
        </p:spPr>
      </p:pic>
      <p:pic>
        <p:nvPicPr>
          <p:cNvPr id="23" name="Kép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7336"/>
            <a:ext cx="12192000" cy="5787865"/>
          </a:xfrm>
          <a:prstGeom prst="rect">
            <a:avLst/>
          </a:prstGeom>
        </p:spPr>
      </p:pic>
      <p:pic>
        <p:nvPicPr>
          <p:cNvPr id="24" name="Kép 2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7335"/>
            <a:ext cx="12192000" cy="578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13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3322060" y="24854"/>
            <a:ext cx="554788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Rendelés &amp; Profil</a:t>
            </a:r>
          </a:p>
        </p:txBody>
      </p:sp>
      <p:pic>
        <p:nvPicPr>
          <p:cNvPr id="12" name="Kép 11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8182BBC8-B81D-100A-2369-46F14C303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4710"/>
            <a:ext cx="12192000" cy="5787865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4710"/>
            <a:ext cx="12192000" cy="5787865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4710"/>
            <a:ext cx="12192000" cy="5787865"/>
          </a:xfrm>
          <a:prstGeom prst="rect">
            <a:avLst/>
          </a:prstGeom>
        </p:spPr>
      </p:pic>
      <p:pic>
        <p:nvPicPr>
          <p:cNvPr id="8" name="Kép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4710"/>
            <a:ext cx="12192000" cy="5787865"/>
          </a:xfrm>
          <a:prstGeom prst="rect">
            <a:avLst/>
          </a:prstGeom>
        </p:spPr>
      </p:pic>
      <p:pic>
        <p:nvPicPr>
          <p:cNvPr id="9" name="Kép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4710"/>
            <a:ext cx="12192000" cy="5790882"/>
          </a:xfrm>
          <a:prstGeom prst="rect">
            <a:avLst/>
          </a:prstGeom>
        </p:spPr>
      </p:pic>
      <p:pic>
        <p:nvPicPr>
          <p:cNvPr id="10" name="Kép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4710"/>
            <a:ext cx="12192000" cy="5787865"/>
          </a:xfrm>
          <a:prstGeom prst="rect">
            <a:avLst/>
          </a:prstGeom>
        </p:spPr>
      </p:pic>
      <p:pic>
        <p:nvPicPr>
          <p:cNvPr id="20" name="Kép 1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34305">
            <a:off x="12747457" y="4383594"/>
            <a:ext cx="714375" cy="922407"/>
          </a:xfrm>
          <a:prstGeom prst="rect">
            <a:avLst/>
          </a:prstGeom>
        </p:spPr>
      </p:pic>
      <p:pic>
        <p:nvPicPr>
          <p:cNvPr id="11" name="Kép 1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1693"/>
            <a:ext cx="12192000" cy="5787865"/>
          </a:xfrm>
          <a:prstGeom prst="rect">
            <a:avLst/>
          </a:prstGeom>
        </p:spPr>
      </p:pic>
      <p:pic>
        <p:nvPicPr>
          <p:cNvPr id="13" name="Kép 1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0744"/>
            <a:ext cx="12192000" cy="5787865"/>
          </a:xfrm>
          <a:prstGeom prst="rect">
            <a:avLst/>
          </a:prstGeom>
        </p:spPr>
      </p:pic>
      <p:pic>
        <p:nvPicPr>
          <p:cNvPr id="14" name="Kép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0744"/>
            <a:ext cx="12192000" cy="5787865"/>
          </a:xfrm>
          <a:prstGeom prst="rect">
            <a:avLst/>
          </a:prstGeom>
        </p:spPr>
      </p:pic>
      <p:pic>
        <p:nvPicPr>
          <p:cNvPr id="25" name="Kép 2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34305">
            <a:off x="12937957" y="1703894"/>
            <a:ext cx="714375" cy="92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7838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0 L -0.63008 -0.4747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510" y="-23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3008 -0.47477 L -0.6207 -0.22292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9" y="12593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207 -0.22292 L -0.76133 -0.02662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31" y="9815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6133 -0.02662 L -0.53216 -0.10255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58" y="-3796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53216 -0.10255 L -0.38945 -0.03773 " pathEditMode="relative" rAng="0" ptsTypes="AA">
                                      <p:cBhvr>
                                        <p:cTn id="34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35" y="3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8945 -0.03773 L -0.27279 -0.13403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33" y="-4815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7.40741E-7 L -0.54986 0.57523 " pathEditMode="relative" rAng="0" ptsTypes="AA">
                                      <p:cBhvr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500" y="2875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4986 0.57523 L -0.55195 0.43819 " pathEditMode="relative" rAng="0" ptsTypes="AA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6852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FDFC5-6B53-CF5A-C9EB-5A1EAB9AF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388636D0-263B-C9FE-6BA0-7E96C0FD0126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0C9DC7C9-E4AB-1E64-02AE-427317C4F318}"/>
              </a:ext>
            </a:extLst>
          </p:cNvPr>
          <p:cNvSpPr txBox="1"/>
          <p:nvPr/>
        </p:nvSpPr>
        <p:spPr>
          <a:xfrm>
            <a:off x="2245200" y="24854"/>
            <a:ext cx="7379565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WPF </a:t>
            </a:r>
            <a:r>
              <a:rPr lang="hu-HU" sz="4400" b="1" dirty="0" err="1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admin</a:t>
            </a:r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  felület: Alap ötlet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8" name="Kép 7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84BCDA3D-FFE2-56B5-F922-738894B8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33A7B2F-5C9B-4A49-AA73-E56CA5F40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799" y="2243432"/>
            <a:ext cx="4978402" cy="2837468"/>
          </a:xfrm>
          <a:prstGeom prst="rect">
            <a:avLst/>
          </a:prstGeom>
          <a:ln w="38100">
            <a:noFill/>
          </a:ln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A311E7EF-2DEE-4C22-B935-98AC7D3F7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406" y="7103748"/>
            <a:ext cx="5046718" cy="1352827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DA0C2844-5D97-438B-8EA3-B52D5E829E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51" y="7103748"/>
            <a:ext cx="6108700" cy="2214158"/>
          </a:xfrm>
          <a:prstGeom prst="rect">
            <a:avLst/>
          </a:pr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199147997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22222E-6 L 0 -0.1803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02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2.22222E-6 L -2.29167E-6 -0.40278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13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7.40741E-7 L -2.91667E-6 -0.32708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FDFC5-6B53-CF5A-C9EB-5A1EAB9AF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388636D0-263B-C9FE-6BA0-7E96C0FD0126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0C9DC7C9-E4AB-1E64-02AE-427317C4F318}"/>
              </a:ext>
            </a:extLst>
          </p:cNvPr>
          <p:cNvSpPr txBox="1"/>
          <p:nvPr/>
        </p:nvSpPr>
        <p:spPr>
          <a:xfrm>
            <a:off x="2245200" y="24854"/>
            <a:ext cx="7379565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WPF </a:t>
            </a:r>
            <a:r>
              <a:rPr lang="hu-HU" sz="4400" b="1" dirty="0" err="1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admin</a:t>
            </a:r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  felület: Alap ötlet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8" name="Kép 7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84BCDA3D-FFE2-56B5-F922-738894B8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5C229837-0636-4736-BF62-E9860C47C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47917"/>
            <a:ext cx="1960775" cy="5963687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DE4DBBF7-414B-409A-9DB9-2AF5CB7EB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8604" y="1883006"/>
            <a:ext cx="7715870" cy="819150"/>
          </a:xfrm>
          <a:prstGeom prst="rect">
            <a:avLst/>
          </a:prstGeom>
        </p:spPr>
      </p:pic>
      <p:sp>
        <p:nvSpPr>
          <p:cNvPr id="19" name="Szövegdoboz 18">
            <a:extLst>
              <a:ext uri="{FF2B5EF4-FFF2-40B4-BE49-F238E27FC236}">
                <a16:creationId xmlns:a16="http://schemas.microsoft.com/office/drawing/2014/main" id="{32131AA8-BB19-4620-80A2-23A3486A321D}"/>
              </a:ext>
            </a:extLst>
          </p:cNvPr>
          <p:cNvSpPr txBox="1"/>
          <p:nvPr/>
        </p:nvSpPr>
        <p:spPr>
          <a:xfrm>
            <a:off x="2245200" y="1359786"/>
            <a:ext cx="1960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rgbClr val="BF9000"/>
                </a:solidFill>
              </a:rPr>
              <a:t>Hivatkozás</a:t>
            </a:r>
          </a:p>
        </p:txBody>
      </p:sp>
      <p:pic>
        <p:nvPicPr>
          <p:cNvPr id="21" name="Kép 20">
            <a:extLst>
              <a:ext uri="{FF2B5EF4-FFF2-40B4-BE49-F238E27FC236}">
                <a16:creationId xmlns:a16="http://schemas.microsoft.com/office/drawing/2014/main" id="{BED49B21-537B-4302-93E8-41D7419D5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117" y="2946862"/>
            <a:ext cx="2548971" cy="3659006"/>
          </a:xfrm>
          <a:prstGeom prst="rect">
            <a:avLst/>
          </a:prstGeom>
        </p:spPr>
      </p:pic>
      <p:sp>
        <p:nvSpPr>
          <p:cNvPr id="25" name="Szövegdoboz 24">
            <a:extLst>
              <a:ext uri="{FF2B5EF4-FFF2-40B4-BE49-F238E27FC236}">
                <a16:creationId xmlns:a16="http://schemas.microsoft.com/office/drawing/2014/main" id="{F6B6F2B6-90AA-4C04-B96E-99CF2441D332}"/>
              </a:ext>
            </a:extLst>
          </p:cNvPr>
          <p:cNvSpPr txBox="1"/>
          <p:nvPr/>
        </p:nvSpPr>
        <p:spPr>
          <a:xfrm>
            <a:off x="6417559" y="3727488"/>
            <a:ext cx="5659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>
                <a:solidFill>
                  <a:srgbClr val="FF0000"/>
                </a:solidFill>
              </a:rPr>
              <a:t>A fejlesztés kihívásai, és a technológiai megoldások nehézségei miatt végül félbehagytuk, és kivettük a fejlesztésből!</a:t>
            </a:r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BC77D750-4BDE-40CB-98B7-625980A965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46598">
            <a:off x="13146189" y="964959"/>
            <a:ext cx="551558" cy="73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10164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9401 0.90371 L -1.0207 0.60718 " pathEditMode="relative" rAng="0" ptsTypes="AA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36" y="-14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2788443" y="47687"/>
            <a:ext cx="66151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Fejlesztési környezet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7A4ACDEF-306B-49A4-86F8-78EF8203A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674" y="7585026"/>
            <a:ext cx="7864652" cy="4667720"/>
          </a:xfrm>
          <a:prstGeom prst="rect">
            <a:avLst/>
          </a:prstGeom>
          <a:ln w="38100">
            <a:noFill/>
          </a:ln>
        </p:spPr>
      </p:pic>
      <p:grpSp>
        <p:nvGrpSpPr>
          <p:cNvPr id="3" name="Csoportba foglalás 2"/>
          <p:cNvGrpSpPr/>
          <p:nvPr/>
        </p:nvGrpSpPr>
        <p:grpSpPr>
          <a:xfrm>
            <a:off x="1246059" y="2243867"/>
            <a:ext cx="10180812" cy="2690990"/>
            <a:chOff x="4018341" y="817128"/>
            <a:chExt cx="4636247" cy="1225452"/>
          </a:xfrm>
        </p:grpSpPr>
        <p:pic>
          <p:nvPicPr>
            <p:cNvPr id="1026" name="Picture 2" descr="undefined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8341" y="892867"/>
              <a:ext cx="1143409" cy="1143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Visual Studio logo and symbol, meaning, history, PNG">
              <a:extLst>
                <a:ext uri="{FF2B5EF4-FFF2-40B4-BE49-F238E27FC236}">
                  <a16:creationId xmlns:a16="http://schemas.microsoft.com/office/drawing/2014/main" id="{C7CE94B2-3D26-E347-A01E-85D2E943C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29762" y="817128"/>
              <a:ext cx="2124826" cy="1225452"/>
            </a:xfrm>
            <a:prstGeom prst="rect">
              <a:avLst/>
            </a:prstGeom>
          </p:spPr>
        </p:pic>
      </p:grpSp>
      <p:pic>
        <p:nvPicPr>
          <p:cNvPr id="11" name="Kép 10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03D8D4D1-318E-3690-178D-4D9A323179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75327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0.1206 L -1.45833E-6 -0.30972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6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</p:cBhvr>
                                      <p:by x="40000" y="4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7037E-6 L 0 -0.8051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0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2277763" y="9700"/>
            <a:ext cx="75936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Fejlesztési környezet</a:t>
            </a:r>
          </a:p>
        </p:txBody>
      </p:sp>
      <p:pic>
        <p:nvPicPr>
          <p:cNvPr id="1026" name="Picture 2" descr="undefin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526" y="2380864"/>
            <a:ext cx="2476886" cy="2476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497" y="2380907"/>
            <a:ext cx="2476800" cy="24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define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381" y="2380907"/>
            <a:ext cx="2476800" cy="24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Kép 10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D3DEDDEB-CC78-19AB-2DC6-A9FA1C774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grpSp>
        <p:nvGrpSpPr>
          <p:cNvPr id="12" name="Csoportba foglalás 11"/>
          <p:cNvGrpSpPr/>
          <p:nvPr/>
        </p:nvGrpSpPr>
        <p:grpSpPr>
          <a:xfrm>
            <a:off x="87751" y="6962775"/>
            <a:ext cx="11838621" cy="3670735"/>
            <a:chOff x="87751" y="2815412"/>
            <a:chExt cx="11838621" cy="3670735"/>
          </a:xfrm>
        </p:grpSpPr>
        <p:pic>
          <p:nvPicPr>
            <p:cNvPr id="3" name="Kép 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751" y="3047622"/>
              <a:ext cx="4587901" cy="3419853"/>
            </a:xfrm>
            <a:prstGeom prst="rect">
              <a:avLst/>
            </a:prstGeom>
          </p:spPr>
        </p:pic>
        <p:pic>
          <p:nvPicPr>
            <p:cNvPr id="7" name="Kép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81134" y="2815412"/>
              <a:ext cx="3829466" cy="3652063"/>
            </a:xfrm>
            <a:prstGeom prst="rect">
              <a:avLst/>
            </a:prstGeom>
          </p:spPr>
        </p:pic>
        <p:pic>
          <p:nvPicPr>
            <p:cNvPr id="10" name="Kép 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716082" y="3393021"/>
              <a:ext cx="3210290" cy="30931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77846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2.22222E-6 L -0.20703 -0.1805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52" y="-902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2.22222E-6 L -0.04739 -0.2305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70" y="-1152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2.22222E-6 L 0.04453 -0.14445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7" y="-722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10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60000" y="6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1000" fill="hold"/>
                                        <p:tgtEl>
                                          <p:spTgt spid="1028"/>
                                        </p:tgtEl>
                                      </p:cBhvr>
                                      <p:by x="60000" y="6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000" fill="hold"/>
                                        <p:tgtEl>
                                          <p:spTgt spid="1030"/>
                                        </p:tgtEl>
                                      </p:cBhvr>
                                      <p:by x="60000" y="6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7 L 1.66667E-6 -0.56343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8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1402888" y="18383"/>
            <a:ext cx="92082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Munka menedzsment/Verziókövetés</a:t>
            </a:r>
          </a:p>
        </p:txBody>
      </p:sp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E6A87C9D-5229-4363-95A2-B453ADD8C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17" y="1107044"/>
            <a:ext cx="1084281" cy="1084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98EB6905-9258-4241-9966-9E93D7FBF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458" y="1213795"/>
            <a:ext cx="2067899" cy="870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F0C82B73-4864-4368-BAF3-2042C6A64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210" y="2346846"/>
            <a:ext cx="5294873" cy="3821758"/>
          </a:xfrm>
          <a:prstGeom prst="rect">
            <a:avLst/>
          </a:prstGeom>
          <a:ln w="38100">
            <a:noFill/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189322B-B141-438C-A937-984069E84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717" y="2346846"/>
            <a:ext cx="6148008" cy="3821758"/>
          </a:xfrm>
          <a:prstGeom prst="rect">
            <a:avLst/>
          </a:prstGeom>
          <a:ln w="38100">
            <a:noFill/>
          </a:ln>
        </p:spPr>
      </p:pic>
      <p:pic>
        <p:nvPicPr>
          <p:cNvPr id="12" name="Kép 11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4956971B-D0C6-57AC-A4A8-01751C6D8C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9311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1402888" y="18383"/>
            <a:ext cx="92082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Verziókövetés</a:t>
            </a:r>
          </a:p>
        </p:txBody>
      </p:sp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E6A87C9D-5229-4363-95A2-B453ADD8C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681" y="878329"/>
            <a:ext cx="1080836" cy="108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Kép 11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4956971B-D0C6-57AC-A4A8-01751C6D8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00DEEAF1-9853-4F7B-8168-2A981E8B5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7681" y="2143635"/>
            <a:ext cx="7128056" cy="4642616"/>
          </a:xfrm>
          <a:prstGeom prst="rect">
            <a:avLst/>
          </a:prstGeom>
          <a:ln w="38100">
            <a:noFill/>
          </a:ln>
        </p:spPr>
      </p:pic>
      <p:sp>
        <p:nvSpPr>
          <p:cNvPr id="3" name="Téglalap 2"/>
          <p:cNvSpPr/>
          <p:nvPr/>
        </p:nvSpPr>
        <p:spPr>
          <a:xfrm>
            <a:off x="7084382" y="1508075"/>
            <a:ext cx="2849732" cy="7319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13385620-EEBD-4E3D-8838-328CB44AE553}"/>
              </a:ext>
            </a:extLst>
          </p:cNvPr>
          <p:cNvSpPr txBox="1"/>
          <p:nvPr/>
        </p:nvSpPr>
        <p:spPr>
          <a:xfrm>
            <a:off x="7254685" y="1591465"/>
            <a:ext cx="2514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rgbClr val="EEFCFF"/>
                </a:solidFill>
              </a:rPr>
              <a:t>Az összes feltöltés</a:t>
            </a: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7206398F-3B35-4473-9CC0-D6E680B73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478" y="1500554"/>
            <a:ext cx="3381313" cy="1694473"/>
          </a:xfrm>
          <a:prstGeom prst="rect">
            <a:avLst/>
          </a:prstGeom>
          <a:ln w="38100">
            <a:noFill/>
          </a:ln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A0D67C5F-3728-4EF5-9EC1-236B866A07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63" y="3287111"/>
            <a:ext cx="3411744" cy="1694474"/>
          </a:xfrm>
          <a:prstGeom prst="rect">
            <a:avLst/>
          </a:prstGeom>
          <a:ln w="38100">
            <a:noFill/>
          </a:ln>
        </p:spPr>
      </p:pic>
      <p:sp>
        <p:nvSpPr>
          <p:cNvPr id="15" name="Téglalap 14"/>
          <p:cNvSpPr/>
          <p:nvPr/>
        </p:nvSpPr>
        <p:spPr>
          <a:xfrm>
            <a:off x="131477" y="906386"/>
            <a:ext cx="3381314" cy="679093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5298B1E8-9C37-46C6-BA7B-751D041771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63" y="5100148"/>
            <a:ext cx="3440256" cy="1686103"/>
          </a:xfrm>
          <a:prstGeom prst="rect">
            <a:avLst/>
          </a:prstGeom>
          <a:ln w="38100">
            <a:noFill/>
          </a:ln>
        </p:spPr>
      </p:pic>
      <p:sp>
        <p:nvSpPr>
          <p:cNvPr id="20" name="Szövegdoboz 19">
            <a:extLst>
              <a:ext uri="{FF2B5EF4-FFF2-40B4-BE49-F238E27FC236}">
                <a16:creationId xmlns:a16="http://schemas.microsoft.com/office/drawing/2014/main" id="{75632A7A-9CCC-414A-9933-374016A208E6}"/>
              </a:ext>
            </a:extLst>
          </p:cNvPr>
          <p:cNvSpPr txBox="1"/>
          <p:nvPr/>
        </p:nvSpPr>
        <p:spPr>
          <a:xfrm>
            <a:off x="87751" y="1046410"/>
            <a:ext cx="3516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rgbClr val="EEFCFF"/>
                </a:solidFill>
              </a:rPr>
              <a:t>Személyenkénti feltöltések</a:t>
            </a:r>
          </a:p>
        </p:txBody>
      </p:sp>
    </p:spTree>
    <p:extLst>
      <p:ext uri="{BB962C8B-B14F-4D97-AF65-F5344CB8AC3E}">
        <p14:creationId xmlns:p14="http://schemas.microsoft.com/office/powerpoint/2010/main" val="58172698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1402888" y="18383"/>
            <a:ext cx="92082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Munka menedzsment</a:t>
            </a:r>
          </a:p>
        </p:txBody>
      </p:sp>
      <p:pic>
        <p:nvPicPr>
          <p:cNvPr id="12" name="Kép 11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4956971B-D0C6-57AC-A4A8-01751C6D8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sp>
        <p:nvSpPr>
          <p:cNvPr id="10" name="Téglalap 9"/>
          <p:cNvSpPr/>
          <p:nvPr/>
        </p:nvSpPr>
        <p:spPr>
          <a:xfrm>
            <a:off x="1402888" y="849383"/>
            <a:ext cx="2112669" cy="763226"/>
          </a:xfrm>
          <a:prstGeom prst="rect">
            <a:avLst/>
          </a:prstGeom>
          <a:solidFill>
            <a:srgbClr val="1F1F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75632A7A-9CCC-414A-9933-374016A208E6}"/>
              </a:ext>
            </a:extLst>
          </p:cNvPr>
          <p:cNvSpPr txBox="1"/>
          <p:nvPr/>
        </p:nvSpPr>
        <p:spPr>
          <a:xfrm>
            <a:off x="1626476" y="880709"/>
            <a:ext cx="1735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rgbClr val="CEDAD7"/>
                </a:solidFill>
              </a:rPr>
              <a:t>Munkatábla</a:t>
            </a:r>
          </a:p>
        </p:txBody>
      </p:sp>
      <p:pic>
        <p:nvPicPr>
          <p:cNvPr id="15" name="Picture 4" descr="undefined">
            <a:extLst>
              <a:ext uri="{FF2B5EF4-FFF2-40B4-BE49-F238E27FC236}">
                <a16:creationId xmlns:a16="http://schemas.microsoft.com/office/drawing/2014/main" id="{B298515D-F181-48FA-9F6D-1E4B7F65D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088" y="1282885"/>
            <a:ext cx="3283474" cy="13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CC6512B1-117A-4706-85F0-90C818109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451" y="1403933"/>
            <a:ext cx="4320504" cy="5335746"/>
          </a:xfrm>
          <a:prstGeom prst="rect">
            <a:avLst/>
          </a:prstGeom>
        </p:spPr>
      </p:pic>
      <p:sp>
        <p:nvSpPr>
          <p:cNvPr id="11" name="Téglalap 10"/>
          <p:cNvSpPr/>
          <p:nvPr/>
        </p:nvSpPr>
        <p:spPr>
          <a:xfrm>
            <a:off x="6702642" y="3167774"/>
            <a:ext cx="5184558" cy="763226"/>
          </a:xfrm>
          <a:prstGeom prst="rect">
            <a:avLst/>
          </a:prstGeom>
          <a:solidFill>
            <a:srgbClr val="2B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A27E3F5A-E8B4-4C58-AF54-A8F884E8B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707" y="3757938"/>
            <a:ext cx="5334744" cy="2981741"/>
          </a:xfrm>
          <a:prstGeom prst="rect">
            <a:avLst/>
          </a:prstGeom>
        </p:spPr>
      </p:pic>
      <p:sp>
        <p:nvSpPr>
          <p:cNvPr id="17" name="Szövegdoboz 16">
            <a:extLst>
              <a:ext uri="{FF2B5EF4-FFF2-40B4-BE49-F238E27FC236}">
                <a16:creationId xmlns:a16="http://schemas.microsoft.com/office/drawing/2014/main" id="{BF7D5D01-CE4E-4161-A955-5A591B0B94AE}"/>
              </a:ext>
            </a:extLst>
          </p:cNvPr>
          <p:cNvSpPr txBox="1"/>
          <p:nvPr/>
        </p:nvSpPr>
        <p:spPr>
          <a:xfrm>
            <a:off x="6769750" y="3232024"/>
            <a:ext cx="5334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rgbClr val="CEDAD7"/>
                </a:solidFill>
              </a:rPr>
              <a:t>Munkamegosztás az utolsó 2 hónapban</a:t>
            </a:r>
          </a:p>
        </p:txBody>
      </p:sp>
    </p:spTree>
    <p:extLst>
      <p:ext uri="{BB962C8B-B14F-4D97-AF65-F5344CB8AC3E}">
        <p14:creationId xmlns:p14="http://schemas.microsoft.com/office/powerpoint/2010/main" val="236363710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Csomagkezelők</a:t>
            </a:r>
          </a:p>
        </p:txBody>
      </p:sp>
      <p:pic>
        <p:nvPicPr>
          <p:cNvPr id="11" name="Picture 8" descr="undefined">
            <a:extLst>
              <a:ext uri="{FF2B5EF4-FFF2-40B4-BE49-F238E27FC236}">
                <a16:creationId xmlns:a16="http://schemas.microsoft.com/office/drawing/2014/main" id="{8E24AF5A-E0C2-4BBC-8625-76CB77005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950" y="1466416"/>
            <a:ext cx="3283160" cy="103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831EE051-4F6D-4828-960D-A945462CB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084" y="3086069"/>
            <a:ext cx="4740966" cy="3063503"/>
          </a:xfrm>
          <a:prstGeom prst="rect">
            <a:avLst/>
          </a:prstGeom>
          <a:ln w="38100">
            <a:noFill/>
          </a:ln>
        </p:spPr>
      </p:pic>
      <p:pic>
        <p:nvPicPr>
          <p:cNvPr id="2050" name="Picture 2" descr="undefine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6922" y="1224732"/>
            <a:ext cx="2497003" cy="152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51" y="2956749"/>
            <a:ext cx="6782725" cy="3192823"/>
          </a:xfrm>
          <a:prstGeom prst="rect">
            <a:avLst/>
          </a:prstGeom>
          <a:ln w="38100">
            <a:noFill/>
          </a:ln>
        </p:spPr>
      </p:pic>
      <p:pic>
        <p:nvPicPr>
          <p:cNvPr id="8" name="Kép 7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93FA43B9-F83A-6EEA-17DB-F348A34D62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3241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Programozási nyelvek</a:t>
            </a:r>
          </a:p>
        </p:txBody>
      </p:sp>
      <p:pic>
        <p:nvPicPr>
          <p:cNvPr id="3074" name="Picture 2" descr="undefin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04" y="956251"/>
            <a:ext cx="2203145" cy="220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EJS Icons for Embedded JavaScript Templates">
            <a:extLst>
              <a:ext uri="{FF2B5EF4-FFF2-40B4-BE49-F238E27FC236}">
                <a16:creationId xmlns:a16="http://schemas.microsoft.com/office/drawing/2014/main" id="{9693BC18-62E7-D4E4-DBD7-09324C2BC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03" y="746647"/>
            <a:ext cx="2378928" cy="2434684"/>
          </a:xfrm>
          <a:prstGeom prst="rect">
            <a:avLst/>
          </a:prstGeom>
        </p:spPr>
      </p:pic>
      <p:sp>
        <p:nvSpPr>
          <p:cNvPr id="7" name="Szövegdoboz 8">
            <a:extLst>
              <a:ext uri="{FF2B5EF4-FFF2-40B4-BE49-F238E27FC236}">
                <a16:creationId xmlns:a16="http://schemas.microsoft.com/office/drawing/2014/main" id="{F89258F9-3636-6D5D-B89D-8A52CFAE134B}"/>
              </a:ext>
            </a:extLst>
          </p:cNvPr>
          <p:cNvSpPr txBox="1"/>
          <p:nvPr/>
        </p:nvSpPr>
        <p:spPr>
          <a:xfrm>
            <a:off x="6096000" y="2719666"/>
            <a:ext cx="397348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2400" b="1" dirty="0" smtClean="0">
                <a:solidFill>
                  <a:srgbClr val="C0CA33"/>
                </a:solidFill>
              </a:rPr>
              <a:t>(</a:t>
            </a:r>
            <a:r>
              <a:rPr lang="hu-HU" sz="2400" b="1" dirty="0" err="1" smtClean="0">
                <a:solidFill>
                  <a:srgbClr val="C0CA33"/>
                </a:solidFill>
              </a:rPr>
              <a:t>Embedded</a:t>
            </a:r>
            <a:r>
              <a:rPr lang="hu-HU" sz="2400" b="1" dirty="0" smtClean="0">
                <a:solidFill>
                  <a:srgbClr val="C0CA33"/>
                </a:solidFill>
              </a:rPr>
              <a:t> </a:t>
            </a:r>
            <a:r>
              <a:rPr lang="hu-HU" sz="2400" b="1" dirty="0">
                <a:solidFill>
                  <a:srgbClr val="C0CA33"/>
                </a:solidFill>
              </a:rPr>
              <a:t>JavaScript</a:t>
            </a:r>
            <a:r>
              <a:rPr lang="hu-HU" sz="2400" b="1" dirty="0" smtClean="0">
                <a:solidFill>
                  <a:srgbClr val="C0CA33"/>
                </a:solidFill>
              </a:rPr>
              <a:t>)</a:t>
            </a:r>
            <a:endParaRPr lang="hu-HU" sz="2400" dirty="0">
              <a:solidFill>
                <a:srgbClr val="C0CA33"/>
              </a:solidFill>
            </a:endParaRPr>
          </a:p>
        </p:txBody>
      </p:sp>
      <p:pic>
        <p:nvPicPr>
          <p:cNvPr id="8" name="Kép 7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358CF832-B8B9-F370-2971-AA5628D43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04" y="3296498"/>
            <a:ext cx="6302090" cy="2623258"/>
          </a:xfrm>
          <a:prstGeom prst="rect">
            <a:avLst/>
          </a:prstGeom>
          <a:ln w="38100">
            <a:noFill/>
          </a:ln>
        </p:spPr>
      </p:pic>
      <p:pic>
        <p:nvPicPr>
          <p:cNvPr id="6" name="Kép 5" descr="A képen szöveg, képernyőkép, Betűtípus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79F5F5D3-1F2B-E985-CBDF-0C77E20FA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03" y="3296498"/>
            <a:ext cx="5221815" cy="3253073"/>
          </a:xfrm>
          <a:prstGeom prst="rect">
            <a:avLst/>
          </a:prstGeom>
          <a:ln w="38100"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Szabadkéz 10">
                <a:extLst>
                  <a:ext uri="{FF2B5EF4-FFF2-40B4-BE49-F238E27FC236}">
                    <a16:creationId xmlns:a16="http://schemas.microsoft.com/office/drawing/2014/main" id="{D02DEFCE-1261-77B5-FE1D-15CEC03FCC93}"/>
                  </a:ext>
                </a:extLst>
              </p14:cNvPr>
              <p14:cNvContentPartPr/>
              <p14:nvPr/>
            </p14:nvContentPartPr>
            <p14:xfrm>
              <a:off x="6791853" y="3991064"/>
              <a:ext cx="987145" cy="45719"/>
            </p14:xfrm>
          </p:contentPart>
        </mc:Choice>
        <mc:Fallback xmlns="">
          <p:pic>
            <p:nvPicPr>
              <p:cNvPr id="11" name="Szabadkéz 10">
                <a:extLst>
                  <a:ext uri="{FF2B5EF4-FFF2-40B4-BE49-F238E27FC236}">
                    <a16:creationId xmlns:a16="http://schemas.microsoft.com/office/drawing/2014/main" id="{D02DEFCE-1261-77B5-FE1D-15CEC03FCC9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73853" y="3973064"/>
                <a:ext cx="1023146" cy="81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Szabadkéz 11">
                <a:extLst>
                  <a:ext uri="{FF2B5EF4-FFF2-40B4-BE49-F238E27FC236}">
                    <a16:creationId xmlns:a16="http://schemas.microsoft.com/office/drawing/2014/main" id="{C296CEF2-2FCF-911C-D66C-E713BD96575A}"/>
                  </a:ext>
                </a:extLst>
              </p14:cNvPr>
              <p14:cNvContentPartPr/>
              <p14:nvPr/>
            </p14:nvContentPartPr>
            <p14:xfrm>
              <a:off x="6916864" y="4058583"/>
              <a:ext cx="170026" cy="2226767"/>
            </p14:xfrm>
          </p:contentPart>
        </mc:Choice>
        <mc:Fallback xmlns="">
          <p:pic>
            <p:nvPicPr>
              <p:cNvPr id="12" name="Szabadkéz 11">
                <a:extLst>
                  <a:ext uri="{FF2B5EF4-FFF2-40B4-BE49-F238E27FC236}">
                    <a16:creationId xmlns:a16="http://schemas.microsoft.com/office/drawing/2014/main" id="{C296CEF2-2FCF-911C-D66C-E713BD96575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98853" y="4040582"/>
                <a:ext cx="206048" cy="226277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D3A9E0BB-A1A9-5FFD-A4C7-DB95BEDA12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9002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Tesztelési eszközök</a:t>
            </a:r>
          </a:p>
        </p:txBody>
      </p:sp>
      <p:pic>
        <p:nvPicPr>
          <p:cNvPr id="4098" name="Picture 2" descr="https://upload.wikimedia.org/wikipedia/commons/c/c2/Postman_%28software%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976" y="923067"/>
            <a:ext cx="3633852" cy="110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T Client | Postman API Platform [Free Download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650" y="2050760"/>
            <a:ext cx="7258700" cy="4725864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Kép 9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2DDCBA2B-6C94-90B0-C724-32D2D5442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29548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Tesztelési eszközök</a:t>
            </a:r>
          </a:p>
        </p:txBody>
      </p:sp>
      <p:pic>
        <p:nvPicPr>
          <p:cNvPr id="10" name="Kép 9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2DDCBA2B-6C94-90B0-C724-32D2D5442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grpSp>
        <p:nvGrpSpPr>
          <p:cNvPr id="41" name="Csoportba foglalás 40">
            <a:extLst>
              <a:ext uri="{FF2B5EF4-FFF2-40B4-BE49-F238E27FC236}">
                <a16:creationId xmlns:a16="http://schemas.microsoft.com/office/drawing/2014/main" id="{9027856C-5C55-448D-BFB0-A57D73E56824}"/>
              </a:ext>
            </a:extLst>
          </p:cNvPr>
          <p:cNvGrpSpPr/>
          <p:nvPr/>
        </p:nvGrpSpPr>
        <p:grpSpPr>
          <a:xfrm>
            <a:off x="592195" y="1258005"/>
            <a:ext cx="11007610" cy="5125130"/>
            <a:chOff x="467078" y="886530"/>
            <a:chExt cx="11007610" cy="5125130"/>
          </a:xfrm>
        </p:grpSpPr>
        <p:cxnSp>
          <p:nvCxnSpPr>
            <p:cNvPr id="8" name="Egyenes összekötő 7">
              <a:extLst>
                <a:ext uri="{FF2B5EF4-FFF2-40B4-BE49-F238E27FC236}">
                  <a16:creationId xmlns:a16="http://schemas.microsoft.com/office/drawing/2014/main" id="{FD23E498-60D0-469A-AE15-D758388AEFEE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flipH="1" flipV="1">
              <a:off x="6095999" y="2038753"/>
              <a:ext cx="1" cy="688688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gyenes összekötő 28">
              <a:extLst>
                <a:ext uri="{FF2B5EF4-FFF2-40B4-BE49-F238E27FC236}">
                  <a16:creationId xmlns:a16="http://schemas.microsoft.com/office/drawing/2014/main" id="{44B36701-06C2-44C3-AF70-B3C60E7E69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9455" y="2572384"/>
              <a:ext cx="864029" cy="641119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gyenes összekötő 30">
              <a:extLst>
                <a:ext uri="{FF2B5EF4-FFF2-40B4-BE49-F238E27FC236}">
                  <a16:creationId xmlns:a16="http://schemas.microsoft.com/office/drawing/2014/main" id="{BE01AAE9-3942-4990-A43B-1F5240E81A5A}"/>
                </a:ext>
              </a:extLst>
            </p:cNvPr>
            <p:cNvCxnSpPr>
              <a:stCxn id="18" idx="3"/>
            </p:cNvCxnSpPr>
            <p:nvPr/>
          </p:nvCxnSpPr>
          <p:spPr>
            <a:xfrm flipH="1">
              <a:off x="4798142" y="3959381"/>
              <a:ext cx="787572" cy="366425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gyenes összekötő 33">
              <a:extLst>
                <a:ext uri="{FF2B5EF4-FFF2-40B4-BE49-F238E27FC236}">
                  <a16:creationId xmlns:a16="http://schemas.microsoft.com/office/drawing/2014/main" id="{CB36D8A0-3070-465F-B07C-40C95DEE930E}"/>
                </a:ext>
              </a:extLst>
            </p:cNvPr>
            <p:cNvCxnSpPr>
              <a:cxnSpLocks/>
              <a:stCxn id="18" idx="4"/>
            </p:cNvCxnSpPr>
            <p:nvPr/>
          </p:nvCxnSpPr>
          <p:spPr>
            <a:xfrm flipH="1">
              <a:off x="6095999" y="4170749"/>
              <a:ext cx="1" cy="688688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Egyenes összekötő 35">
              <a:extLst>
                <a:ext uri="{FF2B5EF4-FFF2-40B4-BE49-F238E27FC236}">
                  <a16:creationId xmlns:a16="http://schemas.microsoft.com/office/drawing/2014/main" id="{E71EBB24-6857-468E-9D3A-EA30F3A0D1B8}"/>
                </a:ext>
              </a:extLst>
            </p:cNvPr>
            <p:cNvCxnSpPr>
              <a:stCxn id="18" idx="5"/>
            </p:cNvCxnSpPr>
            <p:nvPr/>
          </p:nvCxnSpPr>
          <p:spPr>
            <a:xfrm>
              <a:off x="6606286" y="3959381"/>
              <a:ext cx="883085" cy="511019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gyenes összekötő 37">
              <a:extLst>
                <a:ext uri="{FF2B5EF4-FFF2-40B4-BE49-F238E27FC236}">
                  <a16:creationId xmlns:a16="http://schemas.microsoft.com/office/drawing/2014/main" id="{952FF962-575B-42C9-A4F7-1204ADDEF4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0284" y="2572384"/>
              <a:ext cx="849087" cy="641119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Ellipszis 17">
              <a:extLst>
                <a:ext uri="{FF2B5EF4-FFF2-40B4-BE49-F238E27FC236}">
                  <a16:creationId xmlns:a16="http://schemas.microsoft.com/office/drawing/2014/main" id="{05CA48A4-9063-44B6-BEC1-992D025A5F18}"/>
                </a:ext>
              </a:extLst>
            </p:cNvPr>
            <p:cNvSpPr/>
            <p:nvPr/>
          </p:nvSpPr>
          <p:spPr>
            <a:xfrm>
              <a:off x="5374346" y="2727441"/>
              <a:ext cx="1443308" cy="144330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b="1" dirty="0" err="1">
                  <a:solidFill>
                    <a:schemeClr val="bg1"/>
                  </a:solidFill>
                </a:rPr>
                <a:t>Manual</a:t>
              </a:r>
              <a:r>
                <a:rPr lang="hu-HU" b="1" dirty="0">
                  <a:solidFill>
                    <a:schemeClr val="bg1"/>
                  </a:solidFill>
                </a:rPr>
                <a:t> Testing</a:t>
              </a:r>
            </a:p>
          </p:txBody>
        </p:sp>
        <p:sp>
          <p:nvSpPr>
            <p:cNvPr id="42" name="Ellipszis 41">
              <a:extLst>
                <a:ext uri="{FF2B5EF4-FFF2-40B4-BE49-F238E27FC236}">
                  <a16:creationId xmlns:a16="http://schemas.microsoft.com/office/drawing/2014/main" id="{49EE20CA-BB7B-49C2-A72B-4FF84FE30BD0}"/>
                </a:ext>
              </a:extLst>
            </p:cNvPr>
            <p:cNvSpPr/>
            <p:nvPr/>
          </p:nvSpPr>
          <p:spPr>
            <a:xfrm>
              <a:off x="5374345" y="886530"/>
              <a:ext cx="1443308" cy="144330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b="1" dirty="0" err="1">
                  <a:solidFill>
                    <a:schemeClr val="bg1"/>
                  </a:solidFill>
                </a:rPr>
                <a:t>Analysis</a:t>
              </a:r>
              <a:endParaRPr lang="hu-HU" b="1" dirty="0">
                <a:solidFill>
                  <a:schemeClr val="bg1"/>
                </a:solidFill>
              </a:endParaRPr>
            </a:p>
          </p:txBody>
        </p:sp>
        <p:sp>
          <p:nvSpPr>
            <p:cNvPr id="43" name="Ellipszis 42">
              <a:extLst>
                <a:ext uri="{FF2B5EF4-FFF2-40B4-BE49-F238E27FC236}">
                  <a16:creationId xmlns:a16="http://schemas.microsoft.com/office/drawing/2014/main" id="{5221279F-706C-46DB-A22B-F7501DA769C9}"/>
                </a:ext>
              </a:extLst>
            </p:cNvPr>
            <p:cNvSpPr/>
            <p:nvPr/>
          </p:nvSpPr>
          <p:spPr>
            <a:xfrm>
              <a:off x="5374345" y="4568352"/>
              <a:ext cx="1443308" cy="144330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600" b="1" dirty="0">
                  <a:solidFill>
                    <a:schemeClr val="bg1"/>
                  </a:solidFill>
                </a:rPr>
                <a:t>Test </a:t>
              </a:r>
              <a:r>
                <a:rPr lang="hu-HU" sz="1600" b="1" dirty="0" err="1">
                  <a:solidFill>
                    <a:schemeClr val="bg1"/>
                  </a:solidFill>
                </a:rPr>
                <a:t>Case</a:t>
              </a:r>
              <a:r>
                <a:rPr lang="hu-HU" sz="1600" b="1" dirty="0">
                  <a:solidFill>
                    <a:schemeClr val="bg1"/>
                  </a:solidFill>
                </a:rPr>
                <a:t> </a:t>
              </a:r>
              <a:r>
                <a:rPr lang="hu-HU" sz="1600" b="1" dirty="0" err="1">
                  <a:solidFill>
                    <a:schemeClr val="bg1"/>
                  </a:solidFill>
                </a:rPr>
                <a:t>Execution</a:t>
              </a:r>
              <a:endParaRPr lang="hu-HU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4" name="Ellipszis 43">
              <a:extLst>
                <a:ext uri="{FF2B5EF4-FFF2-40B4-BE49-F238E27FC236}">
                  <a16:creationId xmlns:a16="http://schemas.microsoft.com/office/drawing/2014/main" id="{A45F980A-38A9-4452-9AC7-5483EE1A2706}"/>
                </a:ext>
              </a:extLst>
            </p:cNvPr>
            <p:cNvSpPr/>
            <p:nvPr/>
          </p:nvSpPr>
          <p:spPr>
            <a:xfrm>
              <a:off x="3777470" y="1661443"/>
              <a:ext cx="1443308" cy="144330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600" b="1" dirty="0" err="1">
                  <a:solidFill>
                    <a:schemeClr val="bg1"/>
                  </a:solidFill>
                </a:rPr>
                <a:t>Defect</a:t>
              </a:r>
              <a:r>
                <a:rPr lang="hu-HU" sz="1600" b="1" dirty="0">
                  <a:solidFill>
                    <a:schemeClr val="bg1"/>
                  </a:solidFill>
                </a:rPr>
                <a:t> Fix</a:t>
              </a:r>
            </a:p>
            <a:p>
              <a:pPr algn="ctr"/>
              <a:r>
                <a:rPr lang="hu-HU" sz="1600" b="1" dirty="0">
                  <a:solidFill>
                    <a:schemeClr val="bg1"/>
                  </a:solidFill>
                </a:rPr>
                <a:t>&amp;</a:t>
              </a:r>
            </a:p>
            <a:p>
              <a:pPr algn="ctr"/>
              <a:r>
                <a:rPr lang="hu-HU" sz="1600" b="1" dirty="0" err="1">
                  <a:solidFill>
                    <a:schemeClr val="bg1"/>
                  </a:solidFill>
                </a:rPr>
                <a:t>Reverifi</a:t>
              </a:r>
              <a:r>
                <a:rPr lang="hu-HU" sz="1600" b="1" dirty="0">
                  <a:solidFill>
                    <a:schemeClr val="bg1"/>
                  </a:solidFill>
                </a:rPr>
                <a:t>-</a:t>
              </a:r>
            </a:p>
            <a:p>
              <a:pPr algn="ctr"/>
              <a:r>
                <a:rPr lang="hu-HU" sz="1600" b="1" dirty="0" err="1">
                  <a:solidFill>
                    <a:schemeClr val="bg1"/>
                  </a:solidFill>
                </a:rPr>
                <a:t>cation</a:t>
              </a:r>
              <a:endParaRPr lang="hu-HU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Ellipszis 44">
              <a:extLst>
                <a:ext uri="{FF2B5EF4-FFF2-40B4-BE49-F238E27FC236}">
                  <a16:creationId xmlns:a16="http://schemas.microsoft.com/office/drawing/2014/main" id="{DCCCA231-0430-4E7A-AF55-DC544699FA32}"/>
                </a:ext>
              </a:extLst>
            </p:cNvPr>
            <p:cNvSpPr/>
            <p:nvPr/>
          </p:nvSpPr>
          <p:spPr>
            <a:xfrm>
              <a:off x="6971220" y="1661443"/>
              <a:ext cx="1443308" cy="144330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b="1" dirty="0">
                  <a:solidFill>
                    <a:schemeClr val="bg1"/>
                  </a:solidFill>
                </a:rPr>
                <a:t>Test </a:t>
              </a:r>
              <a:r>
                <a:rPr lang="hu-HU" b="1" dirty="0" err="1">
                  <a:solidFill>
                    <a:schemeClr val="bg1"/>
                  </a:solidFill>
                </a:rPr>
                <a:t>Plan</a:t>
              </a:r>
              <a:r>
                <a:rPr lang="hu-HU" b="1" dirty="0">
                  <a:solidFill>
                    <a:schemeClr val="bg1"/>
                  </a:solidFill>
                </a:rPr>
                <a:t> </a:t>
              </a:r>
              <a:r>
                <a:rPr lang="hu-HU" b="1" dirty="0" err="1">
                  <a:solidFill>
                    <a:schemeClr val="bg1"/>
                  </a:solidFill>
                </a:rPr>
                <a:t>Creation</a:t>
              </a:r>
              <a:endParaRPr lang="hu-HU" b="1" dirty="0">
                <a:solidFill>
                  <a:schemeClr val="bg1"/>
                </a:solidFill>
              </a:endParaRPr>
            </a:p>
          </p:txBody>
        </p:sp>
        <p:sp>
          <p:nvSpPr>
            <p:cNvPr id="46" name="Ellipszis 45">
              <a:extLst>
                <a:ext uri="{FF2B5EF4-FFF2-40B4-BE49-F238E27FC236}">
                  <a16:creationId xmlns:a16="http://schemas.microsoft.com/office/drawing/2014/main" id="{FBB09BCE-6E4D-484F-B082-C9D31EA6DD43}"/>
                </a:ext>
              </a:extLst>
            </p:cNvPr>
            <p:cNvSpPr/>
            <p:nvPr/>
          </p:nvSpPr>
          <p:spPr>
            <a:xfrm>
              <a:off x="3777470" y="3649398"/>
              <a:ext cx="1443308" cy="144330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b="1" dirty="0" err="1">
                  <a:solidFill>
                    <a:schemeClr val="bg1"/>
                  </a:solidFill>
                </a:rPr>
                <a:t>Defect</a:t>
              </a:r>
              <a:r>
                <a:rPr lang="hu-HU" b="1" dirty="0">
                  <a:solidFill>
                    <a:schemeClr val="bg1"/>
                  </a:solidFill>
                </a:rPr>
                <a:t> </a:t>
              </a:r>
              <a:r>
                <a:rPr lang="hu-HU" b="1" dirty="0" err="1">
                  <a:solidFill>
                    <a:schemeClr val="bg1"/>
                  </a:solidFill>
                </a:rPr>
                <a:t>Logging</a:t>
              </a:r>
              <a:endParaRPr lang="hu-HU" b="1" dirty="0">
                <a:solidFill>
                  <a:schemeClr val="bg1"/>
                </a:solidFill>
              </a:endParaRPr>
            </a:p>
          </p:txBody>
        </p:sp>
        <p:sp>
          <p:nvSpPr>
            <p:cNvPr id="47" name="Ellipszis 46">
              <a:extLst>
                <a:ext uri="{FF2B5EF4-FFF2-40B4-BE49-F238E27FC236}">
                  <a16:creationId xmlns:a16="http://schemas.microsoft.com/office/drawing/2014/main" id="{8DC5D614-20DE-40EE-BDBA-5091BA206D11}"/>
                </a:ext>
              </a:extLst>
            </p:cNvPr>
            <p:cNvSpPr/>
            <p:nvPr/>
          </p:nvSpPr>
          <p:spPr>
            <a:xfrm>
              <a:off x="6971220" y="3649398"/>
              <a:ext cx="1443308" cy="144330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b="1" dirty="0">
                  <a:solidFill>
                    <a:schemeClr val="bg1"/>
                  </a:solidFill>
                </a:rPr>
                <a:t>Test </a:t>
              </a:r>
              <a:r>
                <a:rPr lang="hu-HU" b="1" dirty="0" err="1">
                  <a:solidFill>
                    <a:schemeClr val="bg1"/>
                  </a:solidFill>
                </a:rPr>
                <a:t>Case</a:t>
              </a:r>
              <a:r>
                <a:rPr lang="hu-HU" b="1" dirty="0">
                  <a:solidFill>
                    <a:schemeClr val="bg1"/>
                  </a:solidFill>
                </a:rPr>
                <a:t> </a:t>
              </a:r>
              <a:r>
                <a:rPr lang="hu-HU" b="1" dirty="0" err="1">
                  <a:solidFill>
                    <a:schemeClr val="bg1"/>
                  </a:solidFill>
                </a:rPr>
                <a:t>Creation</a:t>
              </a:r>
              <a:endParaRPr lang="hu-HU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Szövegdoboz 39">
              <a:extLst>
                <a:ext uri="{FF2B5EF4-FFF2-40B4-BE49-F238E27FC236}">
                  <a16:creationId xmlns:a16="http://schemas.microsoft.com/office/drawing/2014/main" id="{FF4B604A-60C7-45E9-A76F-12784CA66BBB}"/>
                </a:ext>
              </a:extLst>
            </p:cNvPr>
            <p:cNvSpPr txBox="1"/>
            <p:nvPr/>
          </p:nvSpPr>
          <p:spPr>
            <a:xfrm rot="20862564">
              <a:off x="467078" y="1293552"/>
              <a:ext cx="3178021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6600" b="1" dirty="0" err="1">
                  <a:solidFill>
                    <a:schemeClr val="accent6"/>
                  </a:solidFill>
                  <a:latin typeface="Ink Free" panose="03080402000500000000" pitchFamily="66" charset="0"/>
                </a:rPr>
                <a:t>Manual</a:t>
              </a:r>
              <a:endParaRPr lang="hu-HU" sz="6600" b="1" dirty="0">
                <a:solidFill>
                  <a:schemeClr val="accent6"/>
                </a:solidFill>
                <a:latin typeface="Ink Free" panose="03080402000500000000" pitchFamily="66" charset="0"/>
              </a:endParaRPr>
            </a:p>
          </p:txBody>
        </p:sp>
        <p:sp>
          <p:nvSpPr>
            <p:cNvPr id="49" name="Szövegdoboz 48">
              <a:extLst>
                <a:ext uri="{FF2B5EF4-FFF2-40B4-BE49-F238E27FC236}">
                  <a16:creationId xmlns:a16="http://schemas.microsoft.com/office/drawing/2014/main" id="{8C0382BA-9377-4DEA-A73A-7AA16665E42B}"/>
                </a:ext>
              </a:extLst>
            </p:cNvPr>
            <p:cNvSpPr txBox="1"/>
            <p:nvPr/>
          </p:nvSpPr>
          <p:spPr>
            <a:xfrm rot="747908">
              <a:off x="8296667" y="1242912"/>
              <a:ext cx="3178021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6600" b="1" dirty="0">
                  <a:solidFill>
                    <a:schemeClr val="accent6"/>
                  </a:solidFill>
                  <a:latin typeface="Ink Free" panose="03080402000500000000" pitchFamily="66" charset="0"/>
                </a:rPr>
                <a:t>Testing</a:t>
              </a:r>
            </a:p>
          </p:txBody>
        </p:sp>
      </p:grpSp>
      <p:grpSp>
        <p:nvGrpSpPr>
          <p:cNvPr id="48" name="Csoportba foglalás 47">
            <a:extLst>
              <a:ext uri="{FF2B5EF4-FFF2-40B4-BE49-F238E27FC236}">
                <a16:creationId xmlns:a16="http://schemas.microsoft.com/office/drawing/2014/main" id="{14C36881-6799-49D0-8C99-A839321F0D91}"/>
              </a:ext>
            </a:extLst>
          </p:cNvPr>
          <p:cNvGrpSpPr/>
          <p:nvPr/>
        </p:nvGrpSpPr>
        <p:grpSpPr>
          <a:xfrm>
            <a:off x="574296" y="1258005"/>
            <a:ext cx="11007610" cy="5125130"/>
            <a:chOff x="5653587" y="-6021881"/>
            <a:chExt cx="11007610" cy="5125130"/>
          </a:xfrm>
        </p:grpSpPr>
        <p:cxnSp>
          <p:nvCxnSpPr>
            <p:cNvPr id="50" name="Egyenes összekötő 49">
              <a:extLst>
                <a:ext uri="{FF2B5EF4-FFF2-40B4-BE49-F238E27FC236}">
                  <a16:creationId xmlns:a16="http://schemas.microsoft.com/office/drawing/2014/main" id="{0739254D-C50C-4696-89E2-B9802C7F68F4}"/>
                </a:ext>
              </a:extLst>
            </p:cNvPr>
            <p:cNvCxnSpPr>
              <a:cxnSpLocks/>
              <a:stCxn id="56" idx="0"/>
            </p:cNvCxnSpPr>
            <p:nvPr/>
          </p:nvCxnSpPr>
          <p:spPr>
            <a:xfrm flipH="1" flipV="1">
              <a:off x="11282508" y="-4869658"/>
              <a:ext cx="1" cy="688688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gyenes összekötő 50">
              <a:extLst>
                <a:ext uri="{FF2B5EF4-FFF2-40B4-BE49-F238E27FC236}">
                  <a16:creationId xmlns:a16="http://schemas.microsoft.com/office/drawing/2014/main" id="{CFAE72FD-2902-456B-B482-25E27CDB01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95964" y="-4336027"/>
              <a:ext cx="864029" cy="641119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gyenes összekötő 51">
              <a:extLst>
                <a:ext uri="{FF2B5EF4-FFF2-40B4-BE49-F238E27FC236}">
                  <a16:creationId xmlns:a16="http://schemas.microsoft.com/office/drawing/2014/main" id="{A567C0E1-10BC-4798-948A-F81640B0A780}"/>
                </a:ext>
              </a:extLst>
            </p:cNvPr>
            <p:cNvCxnSpPr>
              <a:stCxn id="56" idx="3"/>
            </p:cNvCxnSpPr>
            <p:nvPr/>
          </p:nvCxnSpPr>
          <p:spPr>
            <a:xfrm flipH="1">
              <a:off x="9984651" y="-2949030"/>
              <a:ext cx="787572" cy="366425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Egyenes összekötő 52">
              <a:extLst>
                <a:ext uri="{FF2B5EF4-FFF2-40B4-BE49-F238E27FC236}">
                  <a16:creationId xmlns:a16="http://schemas.microsoft.com/office/drawing/2014/main" id="{2F1E70F2-5C6A-4A5C-9F58-827891653683}"/>
                </a:ext>
              </a:extLst>
            </p:cNvPr>
            <p:cNvCxnSpPr>
              <a:cxnSpLocks/>
              <a:stCxn id="56" idx="4"/>
            </p:cNvCxnSpPr>
            <p:nvPr/>
          </p:nvCxnSpPr>
          <p:spPr>
            <a:xfrm flipH="1">
              <a:off x="11282508" y="-2737662"/>
              <a:ext cx="1" cy="688688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Egyenes összekötő 53">
              <a:extLst>
                <a:ext uri="{FF2B5EF4-FFF2-40B4-BE49-F238E27FC236}">
                  <a16:creationId xmlns:a16="http://schemas.microsoft.com/office/drawing/2014/main" id="{548C061B-DD8C-47F2-B4AF-1096923FC52E}"/>
                </a:ext>
              </a:extLst>
            </p:cNvPr>
            <p:cNvCxnSpPr>
              <a:stCxn id="56" idx="5"/>
            </p:cNvCxnSpPr>
            <p:nvPr/>
          </p:nvCxnSpPr>
          <p:spPr>
            <a:xfrm>
              <a:off x="11792795" y="-2949030"/>
              <a:ext cx="883085" cy="511019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Egyenes összekötő 54">
              <a:extLst>
                <a:ext uri="{FF2B5EF4-FFF2-40B4-BE49-F238E27FC236}">
                  <a16:creationId xmlns:a16="http://schemas.microsoft.com/office/drawing/2014/main" id="{B28D783C-6828-4EBB-B6CA-E87AAEA7FB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26793" y="-4336027"/>
              <a:ext cx="849087" cy="641119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Ellipszis 55">
              <a:extLst>
                <a:ext uri="{FF2B5EF4-FFF2-40B4-BE49-F238E27FC236}">
                  <a16:creationId xmlns:a16="http://schemas.microsoft.com/office/drawing/2014/main" id="{C300AE5D-AB8F-47CC-B5B5-3552EF88E623}"/>
                </a:ext>
              </a:extLst>
            </p:cNvPr>
            <p:cNvSpPr/>
            <p:nvPr/>
          </p:nvSpPr>
          <p:spPr>
            <a:xfrm>
              <a:off x="10560855" y="-4180970"/>
              <a:ext cx="1443308" cy="1443308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b="1" dirty="0">
                  <a:solidFill>
                    <a:schemeClr val="bg1"/>
                  </a:solidFill>
                </a:rPr>
                <a:t>Unit Testing</a:t>
              </a:r>
            </a:p>
          </p:txBody>
        </p:sp>
        <p:sp>
          <p:nvSpPr>
            <p:cNvPr id="57" name="Ellipszis 56">
              <a:extLst>
                <a:ext uri="{FF2B5EF4-FFF2-40B4-BE49-F238E27FC236}">
                  <a16:creationId xmlns:a16="http://schemas.microsoft.com/office/drawing/2014/main" id="{822034B4-C69B-4E85-A283-9A654934AD85}"/>
                </a:ext>
              </a:extLst>
            </p:cNvPr>
            <p:cNvSpPr/>
            <p:nvPr/>
          </p:nvSpPr>
          <p:spPr>
            <a:xfrm>
              <a:off x="10560854" y="-6021881"/>
              <a:ext cx="1443308" cy="1443308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b="1" dirty="0" err="1">
                  <a:solidFill>
                    <a:schemeClr val="bg1"/>
                  </a:solidFill>
                </a:rPr>
                <a:t>Check</a:t>
              </a:r>
              <a:r>
                <a:rPr lang="hu-HU" sz="1400" b="1" dirty="0">
                  <a:solidFill>
                    <a:schemeClr val="bg1"/>
                  </a:solidFill>
                </a:rPr>
                <a:t> </a:t>
              </a:r>
              <a:r>
                <a:rPr lang="hu-HU" sz="1400" b="1" dirty="0" err="1">
                  <a:solidFill>
                    <a:schemeClr val="bg1"/>
                  </a:solidFill>
                </a:rPr>
                <a:t>code</a:t>
              </a:r>
              <a:r>
                <a:rPr lang="hu-HU" sz="1400" b="1" dirty="0">
                  <a:solidFill>
                    <a:schemeClr val="bg1"/>
                  </a:solidFill>
                </a:rPr>
                <a:t> </a:t>
              </a:r>
              <a:r>
                <a:rPr lang="hu-HU" sz="1400" b="1" dirty="0" err="1">
                  <a:solidFill>
                    <a:schemeClr val="bg1"/>
                  </a:solidFill>
                </a:rPr>
                <a:t>from</a:t>
              </a:r>
              <a:r>
                <a:rPr lang="hu-HU" sz="1400" b="1" dirty="0">
                  <a:solidFill>
                    <a:schemeClr val="bg1"/>
                  </a:solidFill>
                </a:rPr>
                <a:t> </a:t>
              </a:r>
              <a:r>
                <a:rPr lang="hu-HU" sz="1400" b="1" dirty="0" err="1">
                  <a:solidFill>
                    <a:schemeClr val="bg1"/>
                  </a:solidFill>
                </a:rPr>
                <a:t>repository</a:t>
              </a:r>
              <a:endParaRPr lang="hu-H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58" name="Ellipszis 57">
              <a:extLst>
                <a:ext uri="{FF2B5EF4-FFF2-40B4-BE49-F238E27FC236}">
                  <a16:creationId xmlns:a16="http://schemas.microsoft.com/office/drawing/2014/main" id="{9F2AC682-90E9-4B7B-808B-335E499D9CD4}"/>
                </a:ext>
              </a:extLst>
            </p:cNvPr>
            <p:cNvSpPr/>
            <p:nvPr/>
          </p:nvSpPr>
          <p:spPr>
            <a:xfrm>
              <a:off x="10560854" y="-2340059"/>
              <a:ext cx="1443308" cy="1443308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600" b="1" dirty="0">
                  <a:solidFill>
                    <a:schemeClr val="bg1"/>
                  </a:solidFill>
                </a:rPr>
                <a:t>Fix </a:t>
              </a:r>
              <a:r>
                <a:rPr lang="hu-HU" sz="1600" b="1" dirty="0" err="1">
                  <a:solidFill>
                    <a:schemeClr val="bg1"/>
                  </a:solidFill>
                </a:rPr>
                <a:t>defects</a:t>
              </a:r>
              <a:r>
                <a:rPr lang="hu-HU" sz="1600" b="1" dirty="0">
                  <a:solidFill>
                    <a:schemeClr val="bg1"/>
                  </a:solidFill>
                </a:rPr>
                <a:t> &amp; re-</a:t>
              </a:r>
              <a:r>
                <a:rPr lang="hu-HU" sz="1600" b="1" dirty="0" err="1">
                  <a:solidFill>
                    <a:schemeClr val="bg1"/>
                  </a:solidFill>
                </a:rPr>
                <a:t>execute</a:t>
              </a:r>
              <a:r>
                <a:rPr lang="hu-HU" sz="1600" b="1" dirty="0">
                  <a:solidFill>
                    <a:schemeClr val="bg1"/>
                  </a:solidFill>
                </a:rPr>
                <a:t> </a:t>
              </a:r>
              <a:r>
                <a:rPr lang="hu-HU" sz="1600" b="1" dirty="0" err="1">
                  <a:solidFill>
                    <a:schemeClr val="bg1"/>
                  </a:solidFill>
                </a:rPr>
                <a:t>tests</a:t>
              </a:r>
              <a:endParaRPr lang="hu-HU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9" name="Ellipszis 58">
              <a:extLst>
                <a:ext uri="{FF2B5EF4-FFF2-40B4-BE49-F238E27FC236}">
                  <a16:creationId xmlns:a16="http://schemas.microsoft.com/office/drawing/2014/main" id="{F08D314A-DD4F-4F2A-91A0-DF0652F0F65D}"/>
                </a:ext>
              </a:extLst>
            </p:cNvPr>
            <p:cNvSpPr/>
            <p:nvPr/>
          </p:nvSpPr>
          <p:spPr>
            <a:xfrm>
              <a:off x="8963979" y="-5246968"/>
              <a:ext cx="1443308" cy="1443308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b="1" dirty="0" err="1">
                  <a:solidFill>
                    <a:schemeClr val="bg1"/>
                  </a:solidFill>
                </a:rPr>
                <a:t>Check</a:t>
              </a:r>
              <a:r>
                <a:rPr lang="hu-HU" sz="1400" b="1" dirty="0">
                  <a:solidFill>
                    <a:schemeClr val="bg1"/>
                  </a:solidFill>
                </a:rPr>
                <a:t> in </a:t>
              </a:r>
              <a:r>
                <a:rPr lang="hu-HU" sz="1400" b="1" dirty="0" err="1">
                  <a:solidFill>
                    <a:schemeClr val="bg1"/>
                  </a:solidFill>
                </a:rPr>
                <a:t>code</a:t>
              </a:r>
              <a:r>
                <a:rPr lang="hu-HU" sz="1400" b="1" dirty="0">
                  <a:solidFill>
                    <a:schemeClr val="bg1"/>
                  </a:solidFill>
                </a:rPr>
                <a:t> </a:t>
              </a:r>
              <a:r>
                <a:rPr lang="hu-HU" sz="1400" b="1" dirty="0" err="1">
                  <a:solidFill>
                    <a:schemeClr val="bg1"/>
                  </a:solidFill>
                </a:rPr>
                <a:t>into</a:t>
              </a:r>
              <a:r>
                <a:rPr lang="hu-HU" sz="1400" b="1" dirty="0">
                  <a:solidFill>
                    <a:schemeClr val="bg1"/>
                  </a:solidFill>
                </a:rPr>
                <a:t> </a:t>
              </a:r>
              <a:r>
                <a:rPr lang="hu-HU" sz="1400" b="1" dirty="0" err="1">
                  <a:solidFill>
                    <a:schemeClr val="bg1"/>
                  </a:solidFill>
                </a:rPr>
                <a:t>repository</a:t>
              </a:r>
              <a:endParaRPr lang="hu-H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60" name="Ellipszis 59">
              <a:extLst>
                <a:ext uri="{FF2B5EF4-FFF2-40B4-BE49-F238E27FC236}">
                  <a16:creationId xmlns:a16="http://schemas.microsoft.com/office/drawing/2014/main" id="{DD654F13-B58F-43CE-9705-3D0577E15340}"/>
                </a:ext>
              </a:extLst>
            </p:cNvPr>
            <p:cNvSpPr/>
            <p:nvPr/>
          </p:nvSpPr>
          <p:spPr>
            <a:xfrm>
              <a:off x="12157729" y="-5246968"/>
              <a:ext cx="1443308" cy="1443308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b="1" dirty="0" err="1">
                  <a:solidFill>
                    <a:schemeClr val="bg1"/>
                  </a:solidFill>
                </a:rPr>
                <a:t>Make</a:t>
              </a:r>
              <a:r>
                <a:rPr lang="hu-HU" b="1" dirty="0">
                  <a:solidFill>
                    <a:schemeClr val="bg1"/>
                  </a:solidFill>
                </a:rPr>
                <a:t> </a:t>
              </a:r>
              <a:r>
                <a:rPr lang="hu-HU" b="1" dirty="0" err="1">
                  <a:solidFill>
                    <a:schemeClr val="bg1"/>
                  </a:solidFill>
                </a:rPr>
                <a:t>Changes</a:t>
              </a:r>
              <a:endParaRPr lang="hu-HU" b="1" dirty="0">
                <a:solidFill>
                  <a:schemeClr val="bg1"/>
                </a:solidFill>
              </a:endParaRPr>
            </a:p>
          </p:txBody>
        </p:sp>
        <p:sp>
          <p:nvSpPr>
            <p:cNvPr id="61" name="Ellipszis 60">
              <a:extLst>
                <a:ext uri="{FF2B5EF4-FFF2-40B4-BE49-F238E27FC236}">
                  <a16:creationId xmlns:a16="http://schemas.microsoft.com/office/drawing/2014/main" id="{71A385DA-C7FB-49A4-B558-10645991AB65}"/>
                </a:ext>
              </a:extLst>
            </p:cNvPr>
            <p:cNvSpPr/>
            <p:nvPr/>
          </p:nvSpPr>
          <p:spPr>
            <a:xfrm>
              <a:off x="8963979" y="-3259013"/>
              <a:ext cx="1443308" cy="1443308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b="1" dirty="0" err="1">
                  <a:solidFill>
                    <a:schemeClr val="bg1"/>
                  </a:solidFill>
                </a:rPr>
                <a:t>Code</a:t>
              </a:r>
              <a:r>
                <a:rPr lang="hu-HU" b="1" dirty="0">
                  <a:solidFill>
                    <a:schemeClr val="bg1"/>
                  </a:solidFill>
                </a:rPr>
                <a:t> </a:t>
              </a:r>
              <a:r>
                <a:rPr lang="hu-HU" b="1" dirty="0" err="1">
                  <a:solidFill>
                    <a:schemeClr val="bg1"/>
                  </a:solidFill>
                </a:rPr>
                <a:t>review</a:t>
              </a:r>
              <a:endParaRPr lang="hu-HU" b="1" dirty="0">
                <a:solidFill>
                  <a:schemeClr val="bg1"/>
                </a:solidFill>
              </a:endParaRPr>
            </a:p>
          </p:txBody>
        </p:sp>
        <p:sp>
          <p:nvSpPr>
            <p:cNvPr id="62" name="Ellipszis 61">
              <a:extLst>
                <a:ext uri="{FF2B5EF4-FFF2-40B4-BE49-F238E27FC236}">
                  <a16:creationId xmlns:a16="http://schemas.microsoft.com/office/drawing/2014/main" id="{3703A172-6990-4F53-94DD-D06A5045A2B4}"/>
                </a:ext>
              </a:extLst>
            </p:cNvPr>
            <p:cNvSpPr/>
            <p:nvPr/>
          </p:nvSpPr>
          <p:spPr>
            <a:xfrm>
              <a:off x="12157729" y="-3259013"/>
              <a:ext cx="1443308" cy="1443308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b="1" dirty="0" err="1">
                  <a:solidFill>
                    <a:schemeClr val="bg1"/>
                  </a:solidFill>
                </a:rPr>
                <a:t>Execute</a:t>
              </a:r>
              <a:r>
                <a:rPr lang="hu-HU" b="1" dirty="0">
                  <a:solidFill>
                    <a:schemeClr val="bg1"/>
                  </a:solidFill>
                </a:rPr>
                <a:t> unit </a:t>
              </a:r>
              <a:r>
                <a:rPr lang="hu-HU" b="1" dirty="0" err="1">
                  <a:solidFill>
                    <a:schemeClr val="bg1"/>
                  </a:solidFill>
                </a:rPr>
                <a:t>tests</a:t>
              </a:r>
              <a:endParaRPr lang="hu-HU" b="1" dirty="0">
                <a:solidFill>
                  <a:schemeClr val="bg1"/>
                </a:solidFill>
              </a:endParaRPr>
            </a:p>
          </p:txBody>
        </p:sp>
        <p:sp>
          <p:nvSpPr>
            <p:cNvPr id="63" name="Szövegdoboz 62">
              <a:extLst>
                <a:ext uri="{FF2B5EF4-FFF2-40B4-BE49-F238E27FC236}">
                  <a16:creationId xmlns:a16="http://schemas.microsoft.com/office/drawing/2014/main" id="{91A01D95-D315-4363-B9FE-84C7F901C36F}"/>
                </a:ext>
              </a:extLst>
            </p:cNvPr>
            <p:cNvSpPr txBox="1"/>
            <p:nvPr/>
          </p:nvSpPr>
          <p:spPr>
            <a:xfrm rot="20862564">
              <a:off x="5653587" y="-5614859"/>
              <a:ext cx="3178021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6600" b="1" dirty="0">
                  <a:solidFill>
                    <a:schemeClr val="accent1">
                      <a:lumMod val="75000"/>
                    </a:schemeClr>
                  </a:solidFill>
                  <a:latin typeface="Ink Free" panose="03080402000500000000" pitchFamily="66" charset="0"/>
                </a:rPr>
                <a:t>Unit</a:t>
              </a:r>
            </a:p>
          </p:txBody>
        </p:sp>
        <p:sp>
          <p:nvSpPr>
            <p:cNvPr id="64" name="Szövegdoboz 63">
              <a:extLst>
                <a:ext uri="{FF2B5EF4-FFF2-40B4-BE49-F238E27FC236}">
                  <a16:creationId xmlns:a16="http://schemas.microsoft.com/office/drawing/2014/main" id="{CDBC07EA-09B8-4554-8E25-B0658525E940}"/>
                </a:ext>
              </a:extLst>
            </p:cNvPr>
            <p:cNvSpPr txBox="1"/>
            <p:nvPr/>
          </p:nvSpPr>
          <p:spPr>
            <a:xfrm rot="747908">
              <a:off x="13483176" y="-5665499"/>
              <a:ext cx="3178021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6600" b="1" dirty="0">
                  <a:solidFill>
                    <a:schemeClr val="accent1">
                      <a:lumMod val="75000"/>
                    </a:schemeClr>
                  </a:solidFill>
                  <a:latin typeface="Ink Free" panose="03080402000500000000" pitchFamily="66" charset="0"/>
                </a:rPr>
                <a:t>Testing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653337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47DF62-67A1-60CA-8DFD-49BF2ED74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A25C67D3-D5B1-5DD0-D038-5B2059FC8E14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9163F01B-BBF4-58FD-93CB-BD6A8225DBC1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Unit Tesztelés: </a:t>
            </a:r>
            <a:r>
              <a:rPr lang="hu-HU" sz="4400" b="1" dirty="0" err="1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SuperTest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3" name="Kép 12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A35B2540-46C2-5B6F-C7BE-8D6CC8FAB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475" y="516333"/>
            <a:ext cx="3829050" cy="2153842"/>
          </a:xfrm>
          <a:prstGeom prst="rect">
            <a:avLst/>
          </a:prstGeom>
        </p:spPr>
      </p:pic>
      <p:pic>
        <p:nvPicPr>
          <p:cNvPr id="7" name="Kép 6"/>
          <p:cNvPicPr/>
          <p:nvPr/>
        </p:nvPicPr>
        <p:blipFill>
          <a:blip r:embed="rId4"/>
          <a:stretch>
            <a:fillRect/>
          </a:stretch>
        </p:blipFill>
        <p:spPr>
          <a:xfrm>
            <a:off x="3564376" y="2530475"/>
            <a:ext cx="5063248" cy="4108450"/>
          </a:xfrm>
          <a:prstGeom prst="rect">
            <a:avLst/>
          </a:prstGeom>
        </p:spPr>
      </p:pic>
      <p:pic>
        <p:nvPicPr>
          <p:cNvPr id="8" name="Kép 7"/>
          <p:cNvPicPr/>
          <p:nvPr/>
        </p:nvPicPr>
        <p:blipFill>
          <a:blip r:embed="rId5"/>
          <a:stretch>
            <a:fillRect/>
          </a:stretch>
        </p:blipFill>
        <p:spPr>
          <a:xfrm>
            <a:off x="221099" y="5149691"/>
            <a:ext cx="3155828" cy="1489234"/>
          </a:xfrm>
          <a:prstGeom prst="rect">
            <a:avLst/>
          </a:prstGeom>
        </p:spPr>
      </p:pic>
      <p:pic>
        <p:nvPicPr>
          <p:cNvPr id="9" name="Kép 8"/>
          <p:cNvPicPr/>
          <p:nvPr/>
        </p:nvPicPr>
        <p:blipFill>
          <a:blip r:embed="rId6"/>
          <a:stretch>
            <a:fillRect/>
          </a:stretch>
        </p:blipFill>
        <p:spPr>
          <a:xfrm>
            <a:off x="9178048" y="5076009"/>
            <a:ext cx="2476498" cy="1562916"/>
          </a:xfrm>
          <a:prstGeom prst="rect">
            <a:avLst/>
          </a:prstGeom>
        </p:spPr>
      </p:pic>
      <p:pic>
        <p:nvPicPr>
          <p:cNvPr id="10" name="Kép 9"/>
          <p:cNvPicPr/>
          <p:nvPr/>
        </p:nvPicPr>
        <p:blipFill>
          <a:blip r:embed="rId7"/>
          <a:stretch>
            <a:fillRect/>
          </a:stretch>
        </p:blipFill>
        <p:spPr>
          <a:xfrm>
            <a:off x="9178048" y="3844376"/>
            <a:ext cx="2480552" cy="1126880"/>
          </a:xfrm>
          <a:prstGeom prst="rect">
            <a:avLst/>
          </a:prstGeom>
        </p:spPr>
      </p:pic>
      <p:pic>
        <p:nvPicPr>
          <p:cNvPr id="11" name="Kép 10"/>
          <p:cNvPicPr/>
          <p:nvPr/>
        </p:nvPicPr>
        <p:blipFill>
          <a:blip r:embed="rId8"/>
          <a:stretch>
            <a:fillRect/>
          </a:stretch>
        </p:blipFill>
        <p:spPr>
          <a:xfrm>
            <a:off x="9178048" y="1094304"/>
            <a:ext cx="2362200" cy="2697696"/>
          </a:xfrm>
          <a:prstGeom prst="rect">
            <a:avLst/>
          </a:prstGeom>
        </p:spPr>
      </p:pic>
      <p:pic>
        <p:nvPicPr>
          <p:cNvPr id="12" name="Kép 11"/>
          <p:cNvPicPr/>
          <p:nvPr/>
        </p:nvPicPr>
        <p:blipFill>
          <a:blip r:embed="rId9"/>
          <a:stretch>
            <a:fillRect/>
          </a:stretch>
        </p:blipFill>
        <p:spPr>
          <a:xfrm>
            <a:off x="221099" y="2679454"/>
            <a:ext cx="2226786" cy="2291802"/>
          </a:xfrm>
          <a:prstGeom prst="rect">
            <a:avLst/>
          </a:prstGeom>
        </p:spPr>
      </p:pic>
      <p:pic>
        <p:nvPicPr>
          <p:cNvPr id="14" name="Kép 13"/>
          <p:cNvPicPr/>
          <p:nvPr/>
        </p:nvPicPr>
        <p:blipFill>
          <a:blip r:embed="rId10"/>
          <a:stretch>
            <a:fillRect/>
          </a:stretch>
        </p:blipFill>
        <p:spPr>
          <a:xfrm>
            <a:off x="221099" y="1585335"/>
            <a:ext cx="3162302" cy="94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92804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BB689D-C470-AD9C-B531-2B23CF074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96E0EFC6-7CF8-B4E5-1539-F073723D45A7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4421AC52-0274-87B5-3810-4C8931298490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Tesztelési eredmények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906963F0-9C25-C0CC-904F-0A059C079119}"/>
              </a:ext>
            </a:extLst>
          </p:cNvPr>
          <p:cNvSpPr txBox="1"/>
          <p:nvPr/>
        </p:nvSpPr>
        <p:spPr>
          <a:xfrm>
            <a:off x="510659" y="970463"/>
            <a:ext cx="11492853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Sikertelen kapcsolat a szerverrel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Ha a Backend szerver nem tud kapcsolódni az adatbázis szerverhez valamilyen oknál fogva (pl.: Nincs elindítva a szerver, valami hiba van az üzemeltetővel), akkor nem lefagy, hanem lekezeli a program azon részét, amely használatba venné.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BB13FA43-C07D-5FA3-AD73-9B656B3AB0F9}"/>
              </a:ext>
            </a:extLst>
          </p:cNvPr>
          <p:cNvSpPr txBox="1"/>
          <p:nvPr/>
        </p:nvSpPr>
        <p:spPr>
          <a:xfrm>
            <a:off x="510658" y="2504901"/>
            <a:ext cx="297515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Frontend Kezelés: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0440CDCE-F4C1-0D36-F02B-03CA282DF090}"/>
              </a:ext>
            </a:extLst>
          </p:cNvPr>
          <p:cNvSpPr txBox="1"/>
          <p:nvPr/>
        </p:nvSpPr>
        <p:spPr>
          <a:xfrm>
            <a:off x="8287232" y="2504901"/>
            <a:ext cx="326085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Backend Hibaüzenet: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14" name="Kép 13" descr="A képen szöveg, képernyőkép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1F661FF4-08C9-680E-6B37-90EB790FB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076" y="3146251"/>
            <a:ext cx="3797083" cy="3039389"/>
          </a:xfrm>
          <a:prstGeom prst="rect">
            <a:avLst/>
          </a:prstGeom>
          <a:ln w="38100">
            <a:noFill/>
          </a:ln>
        </p:spPr>
      </p:pic>
      <p:pic>
        <p:nvPicPr>
          <p:cNvPr id="5" name="Kép 4" descr="A képen szöveg, képernyőkép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0D1FC499-11B8-5AEF-D920-697952821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16" y="3139706"/>
            <a:ext cx="7408772" cy="1929759"/>
          </a:xfrm>
          <a:prstGeom prst="rect">
            <a:avLst/>
          </a:prstGeom>
        </p:spPr>
      </p:pic>
      <p:pic>
        <p:nvPicPr>
          <p:cNvPr id="10" name="Kép 9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E1E53C25-3305-5020-15A1-5E36883AA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08167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260738-60DB-E084-C3AF-8B50F7A6E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F5D1995-DD41-9F29-4973-967989C204D6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DD5E631A-C885-3C5B-3398-D7D6B6553D3A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Tesztelési eredmények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EF6A9E11-F589-DFDD-582C-EFCEE8D8F4BA}"/>
              </a:ext>
            </a:extLst>
          </p:cNvPr>
          <p:cNvSpPr txBox="1"/>
          <p:nvPr/>
        </p:nvSpPr>
        <p:spPr>
          <a:xfrm>
            <a:off x="510659" y="970463"/>
            <a:ext cx="1149285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Sikeres indítás: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Ha minden rendesen működik, és tud kapcsolódni az adatbázishoz, akkor elindítja az oldalt, hiba, vagy hiányosságok nélkül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DE88030-41A8-67C0-0580-7E1E07209B0F}"/>
              </a:ext>
            </a:extLst>
          </p:cNvPr>
          <p:cNvSpPr txBox="1"/>
          <p:nvPr/>
        </p:nvSpPr>
        <p:spPr>
          <a:xfrm>
            <a:off x="5761151" y="2170872"/>
            <a:ext cx="297515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Backend Válasz: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6" name="Kép 5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E5F6A9AA-36ED-FFD6-2369-FE69C73D9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819" y="2882172"/>
            <a:ext cx="5858693" cy="1943371"/>
          </a:xfrm>
          <a:prstGeom prst="rect">
            <a:avLst/>
          </a:prstGeom>
          <a:ln w="38100">
            <a:noFill/>
          </a:ln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9CC0B129-F609-48E1-124B-97580742C7F7}"/>
              </a:ext>
            </a:extLst>
          </p:cNvPr>
          <p:cNvSpPr txBox="1"/>
          <p:nvPr/>
        </p:nvSpPr>
        <p:spPr>
          <a:xfrm>
            <a:off x="782055" y="2181310"/>
            <a:ext cx="307953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Frontend Válasz: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8" name="Kép 7" descr="A képen szöveg, képernyőkép, szoftver, Weblap látható&#10;&#10;Lehet, hogy az AI által létrehozott tartalom helytelen.">
            <a:extLst>
              <a:ext uri="{FF2B5EF4-FFF2-40B4-BE49-F238E27FC236}">
                <a16:creationId xmlns:a16="http://schemas.microsoft.com/office/drawing/2014/main" id="{B3ECEF07-B768-807A-FBC9-D76931FCC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02" y="2882172"/>
            <a:ext cx="5748374" cy="3258570"/>
          </a:xfrm>
          <a:prstGeom prst="rect">
            <a:avLst/>
          </a:prstGeom>
          <a:ln w="38100">
            <a:noFill/>
          </a:ln>
        </p:spPr>
      </p:pic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E31104D3-A2F0-1AF8-EBAA-3DB81C9F8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6940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B6896-9C86-E033-83AD-4B860B987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3007ACB0-9DFC-3C76-677B-CAF756D78C21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78974782-F688-A087-3D1A-5696A980248B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Adatbázis</a:t>
            </a:r>
            <a:endParaRPr lang="hu-HU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F96606AA-2655-F94D-8364-E6DA6CBC88FE}"/>
              </a:ext>
            </a:extLst>
          </p:cNvPr>
          <p:cNvSpPr txBox="1"/>
          <p:nvPr/>
        </p:nvSpPr>
        <p:spPr>
          <a:xfrm>
            <a:off x="145077" y="1074695"/>
            <a:ext cx="4414210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Adatbázis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7 Táblát tartalmaz, melyből 5 a kategóriák, 1 a felhasználó, illetve 1 a rendelések, mely egy kapcsoló táblának felel meg.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06FD6C13-9A9A-BD9C-3E55-6ECB0989A4DD}"/>
              </a:ext>
            </a:extLst>
          </p:cNvPr>
          <p:cNvSpPr txBox="1"/>
          <p:nvPr/>
        </p:nvSpPr>
        <p:spPr>
          <a:xfrm>
            <a:off x="6095999" y="994990"/>
            <a:ext cx="5950923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Backend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A Backend szerver felelős a kapcsolatért, illetve REST API módon működik.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6" name="Kép 5" descr="A képen szöveg, képernyőkép, diagram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8A6B2A25-7D71-68B9-EA12-77BBAF95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10" y="3073648"/>
            <a:ext cx="5218254" cy="2832728"/>
          </a:xfrm>
          <a:prstGeom prst="rect">
            <a:avLst/>
          </a:prstGeom>
          <a:ln w="38100">
            <a:noFill/>
          </a:ln>
        </p:spPr>
      </p:pic>
      <p:pic>
        <p:nvPicPr>
          <p:cNvPr id="7" name="Kép 6" descr="A képen szöveg, képernyőkép, Betűtípu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4A701754-C1F0-F385-42AD-D5B26635D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181" y="2740490"/>
            <a:ext cx="2114550" cy="3848100"/>
          </a:xfrm>
          <a:prstGeom prst="rect">
            <a:avLst/>
          </a:prstGeom>
          <a:ln w="38100">
            <a:noFill/>
          </a:ln>
        </p:spPr>
      </p:pic>
      <p:pic>
        <p:nvPicPr>
          <p:cNvPr id="15" name="Kép 14" descr="A képen szöveg, képernyőkép, szoftver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BD4B2331-28BE-C2FD-8F4F-D51698EE1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4936" y="2743743"/>
            <a:ext cx="2812649" cy="3690878"/>
          </a:xfrm>
          <a:prstGeom prst="rect">
            <a:avLst/>
          </a:prstGeom>
          <a:ln w="38100">
            <a:noFill/>
          </a:ln>
        </p:spPr>
      </p:pic>
      <p:sp>
        <p:nvSpPr>
          <p:cNvPr id="20" name="Szorzás 19"/>
          <p:cNvSpPr/>
          <p:nvPr/>
        </p:nvSpPr>
        <p:spPr>
          <a:xfrm>
            <a:off x="6386145" y="5172396"/>
            <a:ext cx="1371689" cy="584658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2" name="Kép 11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8789AA7F-8862-4CE4-AB09-BA82701951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68123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5D026-9E56-B07A-C85D-F09B4336F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B512E7B-64B3-2595-EF4A-5C58617ADC8E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43971306-AD1D-785D-6151-E10F3A64FEC0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Backend Szerver</a:t>
            </a:r>
            <a:endParaRPr lang="hu-HU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731C7EAB-693F-D4B6-857C-99170E34439F}"/>
              </a:ext>
            </a:extLst>
          </p:cNvPr>
          <p:cNvSpPr txBox="1"/>
          <p:nvPr/>
        </p:nvSpPr>
        <p:spPr>
          <a:xfrm>
            <a:off x="3429607" y="646961"/>
            <a:ext cx="5332785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 algn="ctr"/>
            <a:r>
              <a:rPr lang="hu-HU" sz="2400" b="1" dirty="0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A Backend Szerver a CRUD(</a:t>
            </a: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Create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, Read, Update, </a:t>
            </a: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Delete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) műveleteken alapszik.</a:t>
            </a:r>
            <a:endParaRPr lang="hu-HU" sz="2400" b="1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 algn="ctr"/>
            <a:r>
              <a:rPr lang="hu-HU" sz="2400" b="1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 </a:t>
            </a:r>
          </a:p>
        </p:txBody>
      </p:sp>
      <p:pic>
        <p:nvPicPr>
          <p:cNvPr id="9" name="Kép 8" descr="A képen szöveg, képernyőkép, Betűtípus, zöld látható&#10;&#10;Lehet, hogy az AI által létrehozott tartalom helytelen.">
            <a:extLst>
              <a:ext uri="{FF2B5EF4-FFF2-40B4-BE49-F238E27FC236}">
                <a16:creationId xmlns:a16="http://schemas.microsoft.com/office/drawing/2014/main" id="{73CB2955-B2BC-77B6-E0ED-27590DE5B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551" y="4970610"/>
            <a:ext cx="4181475" cy="628650"/>
          </a:xfrm>
          <a:prstGeom prst="rect">
            <a:avLst/>
          </a:prstGeom>
          <a:ln w="38100">
            <a:noFill/>
          </a:ln>
        </p:spPr>
      </p:pic>
      <p:pic>
        <p:nvPicPr>
          <p:cNvPr id="10" name="Kép 9" descr="A képen szöveg, képernyőkép, Betűtípus, sor látható&#10;&#10;Lehet, hogy az AI által létrehozott tartalom helytelen.">
            <a:extLst>
              <a:ext uri="{FF2B5EF4-FFF2-40B4-BE49-F238E27FC236}">
                <a16:creationId xmlns:a16="http://schemas.microsoft.com/office/drawing/2014/main" id="{07F937F7-A26D-8CF5-C332-931003F22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551" y="5761758"/>
            <a:ext cx="7172325" cy="866775"/>
          </a:xfrm>
          <a:prstGeom prst="rect">
            <a:avLst/>
          </a:prstGeom>
          <a:ln w="38100">
            <a:noFill/>
          </a:ln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AF98DE5A-F766-854E-70F6-9B3E638E5978}"/>
              </a:ext>
            </a:extLst>
          </p:cNvPr>
          <p:cNvSpPr txBox="1"/>
          <p:nvPr/>
        </p:nvSpPr>
        <p:spPr>
          <a:xfrm>
            <a:off x="87751" y="2263535"/>
            <a:ext cx="553515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A végpontok a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Route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 mappában, az (x)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Routes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 fájlokban találhatóak</a:t>
            </a:r>
          </a:p>
        </p:txBody>
      </p:sp>
      <p:pic>
        <p:nvPicPr>
          <p:cNvPr id="13" name="Kép 12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8AC9A216-1079-B928-5F8C-17C294927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C60BAED-6C8D-4C70-94E7-78BE19982A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3780" y="2378492"/>
            <a:ext cx="6790469" cy="563029"/>
          </a:xfrm>
          <a:prstGeom prst="rect">
            <a:avLst/>
          </a:prstGeom>
          <a:ln w="38100">
            <a:noFill/>
          </a:ln>
        </p:spPr>
      </p:pic>
      <p:sp>
        <p:nvSpPr>
          <p:cNvPr id="14" name="Szövegdoboz 13">
            <a:extLst>
              <a:ext uri="{FF2B5EF4-FFF2-40B4-BE49-F238E27FC236}">
                <a16:creationId xmlns:a16="http://schemas.microsoft.com/office/drawing/2014/main" id="{410351D4-64DB-4477-92EC-12F5726900E6}"/>
              </a:ext>
            </a:extLst>
          </p:cNvPr>
          <p:cNvSpPr txBox="1"/>
          <p:nvPr/>
        </p:nvSpPr>
        <p:spPr>
          <a:xfrm>
            <a:off x="87751" y="4963799"/>
            <a:ext cx="352695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Sikeres Rendelés (Post) </a:t>
            </a:r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73018436-3C64-4BE7-80DC-A864CBE15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3780" y="3141446"/>
            <a:ext cx="3657246" cy="1456829"/>
          </a:xfrm>
          <a:prstGeom prst="rect">
            <a:avLst/>
          </a:pr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34046766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5D026-9E56-B07A-C85D-F09B4336F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B512E7B-64B3-2595-EF4A-5C58617ADC8E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43971306-AD1D-785D-6151-E10F3A64FEC0}"/>
              </a:ext>
            </a:extLst>
          </p:cNvPr>
          <p:cNvSpPr txBox="1"/>
          <p:nvPr/>
        </p:nvSpPr>
        <p:spPr>
          <a:xfrm>
            <a:off x="1988427" y="49709"/>
            <a:ext cx="8547935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Backend Szerver: API Végpontok</a:t>
            </a:r>
            <a:endParaRPr lang="hu-HU" dirty="0"/>
          </a:p>
        </p:txBody>
      </p:sp>
      <p:pic>
        <p:nvPicPr>
          <p:cNvPr id="13" name="Kép 12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8AC9A216-1079-B928-5F8C-17C294927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B8189EA-8877-4081-AC4A-45DEE5FE5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096" y="1182972"/>
            <a:ext cx="4858428" cy="1381318"/>
          </a:xfrm>
          <a:prstGeom prst="rect">
            <a:avLst/>
          </a:prstGeom>
          <a:ln w="38100">
            <a:noFill/>
          </a:ln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FCBB9641-7DB8-4058-AED5-137127407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096" y="2717784"/>
            <a:ext cx="5439534" cy="2010056"/>
          </a:xfrm>
          <a:prstGeom prst="rect">
            <a:avLst/>
          </a:prstGeom>
          <a:ln w="38100">
            <a:noFill/>
          </a:ln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CEFF8F84-5F18-48BA-B62E-5922EDC243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096" y="4866681"/>
            <a:ext cx="5058481" cy="1857634"/>
          </a:xfrm>
          <a:prstGeom prst="rect">
            <a:avLst/>
          </a:prstGeom>
          <a:ln w="38100">
            <a:noFill/>
          </a:ln>
        </p:spPr>
      </p:pic>
      <p:sp>
        <p:nvSpPr>
          <p:cNvPr id="18" name="Szövegdoboz 17">
            <a:extLst>
              <a:ext uri="{FF2B5EF4-FFF2-40B4-BE49-F238E27FC236}">
                <a16:creationId xmlns:a16="http://schemas.microsoft.com/office/drawing/2014/main" id="{A63BE5B3-BF5B-40A0-8F9E-E0E2AC8F0C3C}"/>
              </a:ext>
            </a:extLst>
          </p:cNvPr>
          <p:cNvSpPr txBox="1"/>
          <p:nvPr/>
        </p:nvSpPr>
        <p:spPr>
          <a:xfrm>
            <a:off x="2756274" y="1559704"/>
            <a:ext cx="391982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pageRoutes.js fájl tartalma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9EAB557B-1F0E-43D5-9457-351DFBA1B31B}"/>
              </a:ext>
            </a:extLst>
          </p:cNvPr>
          <p:cNvSpPr txBox="1"/>
          <p:nvPr/>
        </p:nvSpPr>
        <p:spPr>
          <a:xfrm>
            <a:off x="2665774" y="3585751"/>
            <a:ext cx="391982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apiRoutes.js fájl tartalma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9C10EEFC-380F-4BE5-9AB8-52DA0278088A}"/>
              </a:ext>
            </a:extLst>
          </p:cNvPr>
          <p:cNvSpPr txBox="1"/>
          <p:nvPr/>
        </p:nvSpPr>
        <p:spPr>
          <a:xfrm>
            <a:off x="2756273" y="5491852"/>
            <a:ext cx="391982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userRoutes.js fájl tartalma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59627470-7CEF-438B-BD01-E4A5AA3F1989}"/>
              </a:ext>
            </a:extLst>
          </p:cNvPr>
          <p:cNvSpPr txBox="1"/>
          <p:nvPr/>
        </p:nvSpPr>
        <p:spPr>
          <a:xfrm>
            <a:off x="0" y="3585750"/>
            <a:ext cx="198842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hu-HU" sz="2400" b="1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Útvonal leírás</a:t>
            </a:r>
          </a:p>
        </p:txBody>
      </p:sp>
      <p:sp>
        <p:nvSpPr>
          <p:cNvPr id="22" name="Nyíl: jobbra mutató 21">
            <a:extLst>
              <a:ext uri="{FF2B5EF4-FFF2-40B4-BE49-F238E27FC236}">
                <a16:creationId xmlns:a16="http://schemas.microsoft.com/office/drawing/2014/main" id="{63604F30-2FF0-4C57-B208-A34AF6DC4F32}"/>
              </a:ext>
            </a:extLst>
          </p:cNvPr>
          <p:cNvSpPr/>
          <p:nvPr/>
        </p:nvSpPr>
        <p:spPr>
          <a:xfrm>
            <a:off x="1891553" y="3747247"/>
            <a:ext cx="774221" cy="18825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3" name="Nyíl: jobbra mutató 22">
            <a:extLst>
              <a:ext uri="{FF2B5EF4-FFF2-40B4-BE49-F238E27FC236}">
                <a16:creationId xmlns:a16="http://schemas.microsoft.com/office/drawing/2014/main" id="{2DCF8FED-D1D8-4222-B0AD-E04278BCC05F}"/>
              </a:ext>
            </a:extLst>
          </p:cNvPr>
          <p:cNvSpPr/>
          <p:nvPr/>
        </p:nvSpPr>
        <p:spPr>
          <a:xfrm rot="2625648">
            <a:off x="1588772" y="4489467"/>
            <a:ext cx="2378886" cy="32950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4" name="Nyíl: jobbra mutató 23">
            <a:extLst>
              <a:ext uri="{FF2B5EF4-FFF2-40B4-BE49-F238E27FC236}">
                <a16:creationId xmlns:a16="http://schemas.microsoft.com/office/drawing/2014/main" id="{7F674DFF-FF5C-41C9-961F-BC791E05E70D}"/>
              </a:ext>
            </a:extLst>
          </p:cNvPr>
          <p:cNvSpPr/>
          <p:nvPr/>
        </p:nvSpPr>
        <p:spPr>
          <a:xfrm rot="18888876">
            <a:off x="1570976" y="2841333"/>
            <a:ext cx="2378886" cy="32950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2084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657FB-E914-0BD8-241A-425FA2DD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954174F-1ECB-C531-91CA-330F0694812F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FC3185CA-9556-F2A5-08F5-D51EF214ED5E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Szerver elindítása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AF240267-F5DC-4808-E9BD-C2C799C1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CA812A86-6E2A-4AB9-9473-13554EFD0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990" y="1147600"/>
            <a:ext cx="9947982" cy="1194585"/>
          </a:xfrm>
          <a:prstGeom prst="rect">
            <a:avLst/>
          </a:prstGeom>
          <a:ln w="38100">
            <a:noFill/>
          </a:ln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8C6F589D-FFF2-40E5-87A4-CD5DD7B30E53}"/>
              </a:ext>
            </a:extLst>
          </p:cNvPr>
          <p:cNvSpPr txBox="1"/>
          <p:nvPr/>
        </p:nvSpPr>
        <p:spPr>
          <a:xfrm>
            <a:off x="1139508" y="4988773"/>
            <a:ext cx="991298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b="1" u="sng" dirty="0">
                <a:solidFill>
                  <a:srgbClr val="FF0000"/>
                </a:solidFill>
              </a:rPr>
              <a:t>FONTOS!</a:t>
            </a:r>
            <a:r>
              <a:rPr lang="hu-HU" sz="2400" b="1" dirty="0">
                <a:solidFill>
                  <a:srgbClr val="FF0000"/>
                </a:solidFill>
              </a:rPr>
              <a:t>: A szerver elindításakor nem kell utána semmit megnyitni, az </a:t>
            </a:r>
            <a:r>
              <a:rPr lang="hu-HU" sz="2400" b="1" dirty="0" err="1">
                <a:solidFill>
                  <a:srgbClr val="FF0000"/>
                </a:solidFill>
              </a:rPr>
              <a:t>open</a:t>
            </a:r>
            <a:r>
              <a:rPr lang="hu-HU" sz="2400" b="1" dirty="0">
                <a:solidFill>
                  <a:srgbClr val="FF0000"/>
                </a:solidFill>
              </a:rPr>
              <a:t> csomaggal automatikusan megteszi.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DDCD317D-68E9-4A63-84FA-B22DF4F56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990" y="2527760"/>
            <a:ext cx="9947982" cy="2122073"/>
          </a:xfrm>
          <a:prstGeom prst="rect">
            <a:avLst/>
          </a:pr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274515379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657FB-E914-0BD8-241A-425FA2DD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954174F-1ECB-C531-91CA-330F0694812F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FC3185CA-9556-F2A5-08F5-D51EF214ED5E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Szerver elindítása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AF240267-F5DC-4808-E9BD-C2C799C1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2050" name="Picture 2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0FF959F0-0FFA-426E-B236-18EFC4AB6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1054358"/>
            <a:ext cx="5076826" cy="282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C9275FDE-A41B-401C-B814-BF30E7E93E85}"/>
              </a:ext>
            </a:extLst>
          </p:cNvPr>
          <p:cNvSpPr txBox="1"/>
          <p:nvPr/>
        </p:nvSpPr>
        <p:spPr>
          <a:xfrm>
            <a:off x="3048778" y="32443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hu-HU" dirty="0"/>
          </a:p>
        </p:txBody>
      </p:sp>
      <p:pic>
        <p:nvPicPr>
          <p:cNvPr id="2052" name="Picture 4" descr="A képen szöveg, képernyőkép, Betűtípus, sor látható&#10;&#10;Lehet, hogy az AI által létrehozott tartalom helytelen.">
            <a:extLst>
              <a:ext uri="{FF2B5EF4-FFF2-40B4-BE49-F238E27FC236}">
                <a16:creationId xmlns:a16="http://schemas.microsoft.com/office/drawing/2014/main" id="{1050CC27-98F0-440E-8370-EB278E728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312" y="4623458"/>
            <a:ext cx="8086725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Szövegdoboz 19">
            <a:extLst>
              <a:ext uri="{FF2B5EF4-FFF2-40B4-BE49-F238E27FC236}">
                <a16:creationId xmlns:a16="http://schemas.microsoft.com/office/drawing/2014/main" id="{83A30A70-7B63-44B5-9414-F6588F24C0A8}"/>
              </a:ext>
            </a:extLst>
          </p:cNvPr>
          <p:cNvSpPr txBox="1"/>
          <p:nvPr/>
        </p:nvSpPr>
        <p:spPr>
          <a:xfrm>
            <a:off x="2093312" y="5480476"/>
            <a:ext cx="81680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800" b="1" i="0" u="none" strike="noStrike" dirty="0">
                <a:solidFill>
                  <a:srgbClr val="BF9000"/>
                </a:solidFill>
                <a:effectLst/>
                <a:latin typeface="Calibri" panose="020F0502020204030204" pitchFamily="34" charset="0"/>
              </a:rPr>
              <a:t>Ha a RUN_SEED értéke </a:t>
            </a:r>
            <a:r>
              <a:rPr lang="hu-HU" sz="1800" b="1" i="0" u="none" strike="noStrike" dirty="0" err="1">
                <a:solidFill>
                  <a:srgbClr val="BF9000"/>
                </a:solidFill>
                <a:effectLst/>
                <a:latin typeface="Calibri" panose="020F0502020204030204" pitchFamily="34" charset="0"/>
              </a:rPr>
              <a:t>false</a:t>
            </a:r>
            <a:r>
              <a:rPr lang="hu-HU" sz="1800" b="1" i="0" u="none" strike="noStrike" dirty="0">
                <a:solidFill>
                  <a:srgbClr val="BF9000"/>
                </a:solidFill>
                <a:effectLst/>
                <a:latin typeface="Calibri" panose="020F0502020204030204" pitchFamily="34" charset="0"/>
              </a:rPr>
              <a:t>, akkor ezt az üzenetet kapjuk vissza a Backend Szerveren.</a:t>
            </a:r>
            <a:r>
              <a:rPr lang="hu-HU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hu-HU" b="1" dirty="0"/>
          </a:p>
        </p:txBody>
      </p:sp>
    </p:spTree>
    <p:extLst>
      <p:ext uri="{BB962C8B-B14F-4D97-AF65-F5344CB8AC3E}">
        <p14:creationId xmlns:p14="http://schemas.microsoft.com/office/powerpoint/2010/main" val="57986457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657FB-E914-0BD8-241A-425FA2DD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954174F-1ECB-C531-91CA-330F0694812F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AF240267-F5DC-4808-E9BD-C2C799C1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C9275FDE-A41B-401C-B814-BF30E7E93E85}"/>
              </a:ext>
            </a:extLst>
          </p:cNvPr>
          <p:cNvSpPr txBox="1"/>
          <p:nvPr/>
        </p:nvSpPr>
        <p:spPr>
          <a:xfrm>
            <a:off x="3048778" y="32443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hu-HU" dirty="0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83A30A70-7B63-44B5-9414-F6588F24C0A8}"/>
              </a:ext>
            </a:extLst>
          </p:cNvPr>
          <p:cNvSpPr txBox="1"/>
          <p:nvPr/>
        </p:nvSpPr>
        <p:spPr>
          <a:xfrm>
            <a:off x="3574390" y="2890391"/>
            <a:ext cx="50432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000" b="1" i="0" u="none" strike="noStrike" dirty="0">
                <a:solidFill>
                  <a:srgbClr val="BF9000"/>
                </a:solidFill>
                <a:effectLst/>
                <a:latin typeface="Calibri" panose="020F0502020204030204" pitchFamily="34" charset="0"/>
              </a:rPr>
              <a:t>Köszönjük a figyelmet!</a:t>
            </a:r>
            <a:endParaRPr lang="hu-HU" sz="4000" b="1" dirty="0"/>
          </a:p>
        </p:txBody>
      </p:sp>
    </p:spTree>
    <p:extLst>
      <p:ext uri="{BB962C8B-B14F-4D97-AF65-F5344CB8AC3E}">
        <p14:creationId xmlns:p14="http://schemas.microsoft.com/office/powerpoint/2010/main" val="315978970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60000"/>
            <a:lumOff val="40000"/>
          </a:schemeClr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434</Words>
  <Application>Microsoft Office PowerPoint</Application>
  <PresentationFormat>Szélesvásznú</PresentationFormat>
  <Paragraphs>101</Paragraphs>
  <Slides>26</Slides>
  <Notes>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Ink Free</vt:lpstr>
      <vt:lpstr>Times New Roman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Geforce</dc:creator>
  <cp:lastModifiedBy>Geforce</cp:lastModifiedBy>
  <cp:revision>297</cp:revision>
  <dcterms:created xsi:type="dcterms:W3CDTF">2026-01-18T17:12:36Z</dcterms:created>
  <dcterms:modified xsi:type="dcterms:W3CDTF">2026-05-07T16:20:38Z</dcterms:modified>
</cp:coreProperties>
</file>