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71" r:id="rId3"/>
    <p:sldId id="257" r:id="rId4"/>
    <p:sldId id="266" r:id="rId5"/>
    <p:sldId id="276" r:id="rId6"/>
    <p:sldId id="284" r:id="rId7"/>
    <p:sldId id="278" r:id="rId8"/>
    <p:sldId id="282" r:id="rId9"/>
    <p:sldId id="281" r:id="rId10"/>
    <p:sldId id="275" r:id="rId11"/>
    <p:sldId id="268" r:id="rId12"/>
    <p:sldId id="289" r:id="rId13"/>
    <p:sldId id="290" r:id="rId14"/>
    <p:sldId id="258" r:id="rId15"/>
    <p:sldId id="261" r:id="rId16"/>
    <p:sldId id="259" r:id="rId17"/>
    <p:sldId id="285" r:id="rId18"/>
    <p:sldId id="286" r:id="rId19"/>
    <p:sldId id="260" r:id="rId20"/>
    <p:sldId id="262" r:id="rId21"/>
    <p:sldId id="263" r:id="rId22"/>
    <p:sldId id="267" r:id="rId23"/>
    <p:sldId id="269" r:id="rId24"/>
    <p:sldId id="279" r:id="rId25"/>
    <p:sldId id="264" r:id="rId26"/>
    <p:sldId id="270" r:id="rId27"/>
    <p:sldId id="283" r:id="rId28"/>
    <p:sldId id="280" r:id="rId29"/>
    <p:sldId id="287" r:id="rId30"/>
    <p:sldId id="288" r:id="rId3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9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866" autoAdjust="0"/>
  </p:normalViewPr>
  <p:slideViewPr>
    <p:cSldViewPr snapToGrid="0">
      <p:cViewPr varScale="1">
        <p:scale>
          <a:sx n="102" d="100"/>
          <a:sy n="102" d="100"/>
        </p:scale>
        <p:origin x="9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rkas Bence" userId="S::farkas.bence@dozsakalocsa.hu::14b24340-105c-49c7-b511-4d1958db76d7" providerId="AD" clId="Web-{9F8F2FE6-7CF0-12C0-7C24-321F2A34FE5E}"/>
    <pc:docChg chg="addSld modSld sldOrd">
      <pc:chgData name="Farkas Bence" userId="S::farkas.bence@dozsakalocsa.hu::14b24340-105c-49c7-b511-4d1958db76d7" providerId="AD" clId="Web-{9F8F2FE6-7CF0-12C0-7C24-321F2A34FE5E}" dt="2026-02-23T07:18:05.994" v="20"/>
      <pc:docMkLst>
        <pc:docMk/>
      </pc:docMkLst>
      <pc:sldChg chg="delSp modSp add ord replId">
        <pc:chgData name="Farkas Bence" userId="S::farkas.bence@dozsakalocsa.hu::14b24340-105c-49c7-b511-4d1958db76d7" providerId="AD" clId="Web-{9F8F2FE6-7CF0-12C0-7C24-321F2A34FE5E}" dt="2026-02-23T07:18:05.994" v="20"/>
        <pc:sldMkLst>
          <pc:docMk/>
          <pc:sldMk cId="2088928047" sldId="279"/>
        </pc:sldMkLst>
        <pc:spChg chg="mod">
          <ac:chgData name="Farkas Bence" userId="S::farkas.bence@dozsakalocsa.hu::14b24340-105c-49c7-b511-4d1958db76d7" providerId="AD" clId="Web-{9F8F2FE6-7CF0-12C0-7C24-321F2A34FE5E}" dt="2026-02-23T07:17:31.134" v="19" actId="20577"/>
          <ac:spMkLst>
            <pc:docMk/>
            <pc:sldMk cId="2088928047" sldId="279"/>
            <ac:spMk id="2" creationId="{9163F01B-BBF4-58FD-93CB-BD6A8225DBC1}"/>
          </ac:spMkLst>
        </pc:spChg>
      </pc:sldChg>
    </pc:docChg>
  </pc:docChgLst>
  <pc:docChgLst>
    <pc:chgData name="Pongrácz Gábor" userId="S::pongracz.gabor@dozsakalocsa.hu::d20b4a79-4cac-4aaa-b768-68d6b5fc2dea" providerId="AD" clId="Web-{C242FC64-E622-1614-AAAF-87CC4204C15A}"/>
    <pc:docChg chg="modSld">
      <pc:chgData name="Pongrácz Gábor" userId="S::pongracz.gabor@dozsakalocsa.hu::d20b4a79-4cac-4aaa-b768-68d6b5fc2dea" providerId="AD" clId="Web-{C242FC64-E622-1614-AAAF-87CC4204C15A}" dt="2026-02-23T07:16:51.119" v="118" actId="20577"/>
      <pc:docMkLst>
        <pc:docMk/>
      </pc:docMkLst>
      <pc:sldChg chg="addSp delSp">
        <pc:chgData name="Pongrácz Gábor" userId="S::pongracz.gabor@dozsakalocsa.hu::d20b4a79-4cac-4aaa-b768-68d6b5fc2dea" providerId="AD" clId="Web-{C242FC64-E622-1614-AAAF-87CC4204C15A}" dt="2026-02-23T07:15:38.051" v="88"/>
        <pc:sldMkLst>
          <pc:docMk/>
          <pc:sldMk cId="2490134746" sldId="257"/>
        </pc:sldMkLst>
        <pc:spChg chg="add">
          <ac:chgData name="Pongrácz Gábor" userId="S::pongracz.gabor@dozsakalocsa.hu::d20b4a79-4cac-4aaa-b768-68d6b5fc2dea" providerId="AD" clId="Web-{C242FC64-E622-1614-AAAF-87CC4204C15A}" dt="2026-02-23T07:10:01.116" v="51"/>
          <ac:spMkLst>
            <pc:docMk/>
            <pc:sldMk cId="2490134746" sldId="257"/>
            <ac:spMk id="5" creationId="{67749694-198C-11F3-CF21-7903A264327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051" v="88"/>
          <ac:spMkLst>
            <pc:docMk/>
            <pc:sldMk cId="2490134746" sldId="257"/>
            <ac:spMk id="9" creationId="{8BAA692F-D8E1-4226-8B8F-9B29E72DC62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3.051" v="94"/>
        <pc:sldMkLst>
          <pc:docMk/>
          <pc:sldMk cId="702753272" sldId="258"/>
        </pc:sldMkLst>
        <pc:spChg chg="add">
          <ac:chgData name="Pongrácz Gábor" userId="S::pongracz.gabor@dozsakalocsa.hu::d20b4a79-4cac-4aaa-b768-68d6b5fc2dea" providerId="AD" clId="Web-{C242FC64-E622-1614-AAAF-87CC4204C15A}" dt="2026-02-23T07:10:07.210" v="57"/>
          <ac:spMkLst>
            <pc:docMk/>
            <pc:sldMk cId="702753272" sldId="258"/>
            <ac:spMk id="10" creationId="{CCFD0667-7A7C-C2B5-A4CC-A988D9438D4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3.051" v="94"/>
          <ac:spMkLst>
            <pc:docMk/>
            <pc:sldMk cId="702753272" sldId="258"/>
            <ac:spMk id="14" creationId="{F2F2103B-F908-CA19-3EA7-D10799546D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583" v="96"/>
        <pc:sldMkLst>
          <pc:docMk/>
          <pc:sldMk cId="2003293117" sldId="259"/>
        </pc:sldMkLst>
        <pc:spChg chg="add">
          <ac:chgData name="Pongrácz Gábor" userId="S::pongracz.gabor@dozsakalocsa.hu::d20b4a79-4cac-4aaa-b768-68d6b5fc2dea" providerId="AD" clId="Web-{C242FC64-E622-1614-AAAF-87CC4204C15A}" dt="2026-02-23T07:10:08.398" v="59"/>
          <ac:spMkLst>
            <pc:docMk/>
            <pc:sldMk cId="2003293117" sldId="259"/>
            <ac:spMk id="11" creationId="{A9475A00-06AC-B943-DAB7-7C07D3CABB65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583" v="96"/>
          <ac:spMkLst>
            <pc:docMk/>
            <pc:sldMk cId="2003293117" sldId="259"/>
            <ac:spMk id="15" creationId="{BA49A25D-ABF3-2AB2-6538-A466D42B537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5.692" v="97"/>
        <pc:sldMkLst>
          <pc:docMk/>
          <pc:sldMk cId="2390332418" sldId="260"/>
        </pc:sldMkLst>
        <pc:spChg chg="add">
          <ac:chgData name="Pongrácz Gábor" userId="S::pongracz.gabor@dozsakalocsa.hu::d20b4a79-4cac-4aaa-b768-68d6b5fc2dea" providerId="AD" clId="Web-{C242FC64-E622-1614-AAAF-87CC4204C15A}" dt="2026-02-23T07:10:08.929" v="60"/>
          <ac:spMkLst>
            <pc:docMk/>
            <pc:sldMk cId="2390332418" sldId="260"/>
            <ac:spMk id="7" creationId="{1D6DB50B-58DA-69E9-7005-909D0567FB5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5.692" v="97"/>
          <ac:spMkLst>
            <pc:docMk/>
            <pc:sldMk cId="2390332418" sldId="260"/>
            <ac:spMk id="15" creationId="{EA21C272-6D61-83EE-4821-64AF894072FC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114" v="95"/>
        <pc:sldMkLst>
          <pc:docMk/>
          <pc:sldMk cId="226778464" sldId="261"/>
        </pc:sldMkLst>
        <pc:spChg chg="add">
          <ac:chgData name="Pongrácz Gábor" userId="S::pongracz.gabor@dozsakalocsa.hu::d20b4a79-4cac-4aaa-b768-68d6b5fc2dea" providerId="AD" clId="Web-{C242FC64-E622-1614-AAAF-87CC4204C15A}" dt="2026-02-23T07:10:07.788" v="58"/>
          <ac:spMkLst>
            <pc:docMk/>
            <pc:sldMk cId="226778464" sldId="261"/>
            <ac:spMk id="10" creationId="{8431D0FB-FB8C-A60B-C0C2-1ACCAE06A36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114" v="95"/>
          <ac:spMkLst>
            <pc:docMk/>
            <pc:sldMk cId="226778464" sldId="261"/>
            <ac:spMk id="14" creationId="{EDF3B3DF-DC92-E9E6-1B85-EFBD55F0CCEF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6.177" v="98"/>
        <pc:sldMkLst>
          <pc:docMk/>
          <pc:sldMk cId="2836090025" sldId="262"/>
        </pc:sldMkLst>
        <pc:spChg chg="add">
          <ac:chgData name="Pongrácz Gábor" userId="S::pongracz.gabor@dozsakalocsa.hu::d20b4a79-4cac-4aaa-b768-68d6b5fc2dea" providerId="AD" clId="Web-{C242FC64-E622-1614-AAAF-87CC4204C15A}" dt="2026-02-23T07:10:30.367" v="61"/>
          <ac:spMkLst>
            <pc:docMk/>
            <pc:sldMk cId="2836090025" sldId="262"/>
            <ac:spMk id="13" creationId="{7E43E167-CC13-6131-B0A6-8431078D79C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6.177" v="98"/>
          <ac:spMkLst>
            <pc:docMk/>
            <pc:sldMk cId="2836090025" sldId="262"/>
            <ac:spMk id="17" creationId="{06A857F5-A7B5-C101-772E-4B8180FC7682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7.145" v="99"/>
        <pc:sldMkLst>
          <pc:docMk/>
          <pc:sldMk cId="3806295488" sldId="263"/>
        </pc:sldMkLst>
        <pc:spChg chg="add">
          <ac:chgData name="Pongrácz Gábor" userId="S::pongracz.gabor@dozsakalocsa.hu::d20b4a79-4cac-4aaa-b768-68d6b5fc2dea" providerId="AD" clId="Web-{C242FC64-E622-1614-AAAF-87CC4204C15A}" dt="2026-02-23T07:10:31.695" v="62"/>
          <ac:spMkLst>
            <pc:docMk/>
            <pc:sldMk cId="3806295488" sldId="263"/>
            <ac:spMk id="8" creationId="{23DF47AA-C98C-9153-8119-D9D9FD18625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7.145" v="99"/>
          <ac:spMkLst>
            <pc:docMk/>
            <pc:sldMk cId="3806295488" sldId="263"/>
            <ac:spMk id="14" creationId="{BC0E2E9F-26A9-F1EB-921F-40AC105E4257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6.381" v="104"/>
        <pc:sldMkLst>
          <pc:docMk/>
          <pc:sldMk cId="1360681232" sldId="264"/>
        </pc:sldMkLst>
        <pc:spChg chg="add">
          <ac:chgData name="Pongrácz Gábor" userId="S::pongracz.gabor@dozsakalocsa.hu::d20b4a79-4cac-4aaa-b768-68d6b5fc2dea" providerId="AD" clId="Web-{C242FC64-E622-1614-AAAF-87CC4204C15A}" dt="2026-02-23T07:10:33.882" v="65"/>
          <ac:spMkLst>
            <pc:docMk/>
            <pc:sldMk cId="1360681232" sldId="264"/>
            <ac:spMk id="11" creationId="{1570AD00-A437-6E23-9D5E-C6592E0D953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9.911" v="102"/>
          <ac:spMkLst>
            <pc:docMk/>
            <pc:sldMk cId="1360681232" sldId="264"/>
            <ac:spMk id="16" creationId="{6E8D6C5A-FB36-BC0E-E00F-76D21608F33B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8.973" v="89"/>
        <pc:sldMkLst>
          <pc:docMk/>
          <pc:sldMk cId="724213369" sldId="266"/>
        </pc:sldMkLst>
        <pc:spChg chg="add">
          <ac:chgData name="Pongrácz Gábor" userId="S::pongracz.gabor@dozsakalocsa.hu::d20b4a79-4cac-4aaa-b768-68d6b5fc2dea" providerId="AD" clId="Web-{C242FC64-E622-1614-AAAF-87CC4204C15A}" dt="2026-02-23T07:10:01.710" v="52"/>
          <ac:spMkLst>
            <pc:docMk/>
            <pc:sldMk cId="724213369" sldId="266"/>
            <ac:spMk id="5" creationId="{CF147602-7640-1834-8523-699BAC221EE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973" v="89"/>
          <ac:spMkLst>
            <pc:docMk/>
            <pc:sldMk cId="724213369" sldId="266"/>
            <ac:spMk id="13" creationId="{8A0A306E-B1CA-479A-9B44-DBE049F97D7A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302" v="100"/>
        <pc:sldMkLst>
          <pc:docMk/>
          <pc:sldMk cId="1110081679" sldId="267"/>
        </pc:sldMkLst>
        <pc:spChg chg="add">
          <ac:chgData name="Pongrácz Gábor" userId="S::pongracz.gabor@dozsakalocsa.hu::d20b4a79-4cac-4aaa-b768-68d6b5fc2dea" providerId="AD" clId="Web-{C242FC64-E622-1614-AAAF-87CC4204C15A}" dt="2026-02-23T07:10:32.179" v="63"/>
          <ac:spMkLst>
            <pc:docMk/>
            <pc:sldMk cId="1110081679" sldId="267"/>
            <ac:spMk id="7" creationId="{69C87BBE-8FDA-298A-9C00-1CAD06AD18A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302" v="100"/>
          <ac:spMkLst>
            <pc:docMk/>
            <pc:sldMk cId="1110081679" sldId="267"/>
            <ac:spMk id="15" creationId="{A8FE71F3-8906-F05F-9D88-86197C67133E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520" v="93"/>
        <pc:sldMkLst>
          <pc:docMk/>
          <pc:sldMk cId="2411412178" sldId="268"/>
        </pc:sldMkLst>
        <pc:spChg chg="add">
          <ac:chgData name="Pongrácz Gábor" userId="S::pongracz.gabor@dozsakalocsa.hu::d20b4a79-4cac-4aaa-b768-68d6b5fc2dea" providerId="AD" clId="Web-{C242FC64-E622-1614-AAAF-87CC4204C15A}" dt="2026-02-23T07:10:05.866" v="56"/>
          <ac:spMkLst>
            <pc:docMk/>
            <pc:sldMk cId="2411412178" sldId="268"/>
            <ac:spMk id="6" creationId="{DCCC245D-EEF4-3D9E-432B-F93614593683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520" v="93"/>
          <ac:spMkLst>
            <pc:docMk/>
            <pc:sldMk cId="2411412178" sldId="268"/>
            <ac:spMk id="10" creationId="{66249FF3-2263-C166-9DBD-760A27CE49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911" v="101"/>
        <pc:sldMkLst>
          <pc:docMk/>
          <pc:sldMk cId="2780969407" sldId="269"/>
        </pc:sldMkLst>
        <pc:spChg chg="add">
          <ac:chgData name="Pongrácz Gábor" userId="S::pongracz.gabor@dozsakalocsa.hu::d20b4a79-4cac-4aaa-b768-68d6b5fc2dea" providerId="AD" clId="Web-{C242FC64-E622-1614-AAAF-87CC4204C15A}" dt="2026-02-23T07:10:32.960" v="64"/>
          <ac:spMkLst>
            <pc:docMk/>
            <pc:sldMk cId="2780969407" sldId="269"/>
            <ac:spMk id="10" creationId="{731D5ECC-61D0-6A38-98FD-1C68318C25F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911" v="101"/>
          <ac:spMkLst>
            <pc:docMk/>
            <pc:sldMk cId="2780969407" sldId="269"/>
            <ac:spMk id="15" creationId="{ABFE835D-3D2A-B6D6-0B1B-0148DF7F585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7.349" v="105"/>
        <pc:sldMkLst>
          <pc:docMk/>
          <pc:sldMk cId="340467667" sldId="270"/>
        </pc:sldMkLst>
        <pc:spChg chg="add">
          <ac:chgData name="Pongrácz Gábor" userId="S::pongracz.gabor@dozsakalocsa.hu::d20b4a79-4cac-4aaa-b768-68d6b5fc2dea" providerId="AD" clId="Web-{C242FC64-E622-1614-AAAF-87CC4204C15A}" dt="2026-02-23T07:10:34.429" v="66"/>
          <ac:spMkLst>
            <pc:docMk/>
            <pc:sldMk cId="340467667" sldId="270"/>
            <ac:spMk id="12" creationId="{882E4689-7765-6B31-CE03-7169F37F1A4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57.349" v="105"/>
          <ac:spMkLst>
            <pc:docMk/>
            <pc:sldMk cId="340467667" sldId="270"/>
            <ac:spMk id="16" creationId="{60B6FE90-3419-2E6A-AD82-31237F36D845}"/>
          </ac:spMkLst>
        </pc:spChg>
      </pc:sldChg>
      <pc:sldChg chg="addSp delSp modSp">
        <pc:chgData name="Pongrácz Gábor" userId="S::pongracz.gabor@dozsakalocsa.hu::d20b4a79-4cac-4aaa-b768-68d6b5fc2dea" providerId="AD" clId="Web-{C242FC64-E622-1614-AAAF-87CC4204C15A}" dt="2026-02-23T07:14:53.047" v="71" actId="20577"/>
        <pc:sldMkLst>
          <pc:docMk/>
          <pc:sldMk cId="1243399125" sldId="271"/>
        </pc:sldMkLst>
        <pc:spChg chg="add mod">
          <ac:chgData name="Pongrácz Gábor" userId="S::pongracz.gabor@dozsakalocsa.hu::d20b4a79-4cac-4aaa-b768-68d6b5fc2dea" providerId="AD" clId="Web-{C242FC64-E622-1614-AAAF-87CC4204C15A}" dt="2026-02-23T07:09:55.647" v="50" actId="20577"/>
          <ac:spMkLst>
            <pc:docMk/>
            <pc:sldMk cId="1243399125" sldId="271"/>
            <ac:spMk id="8" creationId="{9D7E99FB-30A5-03A3-1DE3-FBFCE074CCF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4:53.047" v="71" actId="20577"/>
          <ac:spMkLst>
            <pc:docMk/>
            <pc:sldMk cId="1243399125" sldId="271"/>
            <ac:spMk id="11" creationId="{5C54C5EA-A7B0-36C7-69F6-710E437C0982}"/>
          </ac:spMkLst>
        </pc:spChg>
      </pc:sldChg>
      <pc:sldChg chg="addSp modSp">
        <pc:chgData name="Pongrácz Gábor" userId="S::pongracz.gabor@dozsakalocsa.hu::d20b4a79-4cac-4aaa-b768-68d6b5fc2dea" providerId="AD" clId="Web-{C242FC64-E622-1614-AAAF-87CC4204C15A}" dt="2026-02-23T07:16:51.119" v="118" actId="20577"/>
        <pc:sldMkLst>
          <pc:docMk/>
          <pc:sldMk cId="1758309654" sldId="272"/>
        </pc:sldMkLst>
        <pc:spChg chg="mod">
          <ac:chgData name="Pongrácz Gábor" userId="S::pongracz.gabor@dozsakalocsa.hu::d20b4a79-4cac-4aaa-b768-68d6b5fc2dea" providerId="AD" clId="Web-{C242FC64-E622-1614-AAAF-87CC4204C15A}" dt="2026-02-23T07:08:29.474" v="27" actId="20577"/>
          <ac:spMkLst>
            <pc:docMk/>
            <pc:sldMk cId="1758309654" sldId="272"/>
            <ac:spMk id="2" creationId="{8121DDA6-92B6-894F-9E9A-E1E7DEB267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36.443" v="29" actId="20577"/>
          <ac:spMkLst>
            <pc:docMk/>
            <pc:sldMk cId="1758309654" sldId="272"/>
            <ac:spMk id="4" creationId="{C8B2645A-3AA3-D34E-9018-CDE0874BE48A}"/>
          </ac:spMkLst>
        </pc:spChg>
        <pc:spChg chg="add mod">
          <ac:chgData name="Pongrácz Gábor" userId="S::pongracz.gabor@dozsakalocsa.hu::d20b4a79-4cac-4aaa-b768-68d6b5fc2dea" providerId="AD" clId="Web-{C242FC64-E622-1614-AAAF-87CC4204C15A}" dt="2026-02-23T07:16:51.119" v="118" actId="20577"/>
          <ac:spMkLst>
            <pc:docMk/>
            <pc:sldMk cId="1758309654" sldId="272"/>
            <ac:spMk id="6" creationId="{5BB3CA6E-3722-E13B-D0A8-066F0C91C8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0.833" v="17" actId="1076"/>
          <ac:spMkLst>
            <pc:docMk/>
            <pc:sldMk cId="1758309654" sldId="272"/>
            <ac:spMk id="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41.678" v="30" actId="20577"/>
          <ac:spMkLst>
            <pc:docMk/>
            <pc:sldMk cId="1758309654" sldId="272"/>
            <ac:spMk id="8" creationId="{33DB614F-B25A-4737-5F7B-01DB283F00F8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39.962" v="111" actId="1076"/>
          <ac:spMkLst>
            <pc:docMk/>
            <pc:sldMk cId="1758309654" sldId="272"/>
            <ac:spMk id="9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8.661" v="25" actId="1076"/>
          <ac:spMkLst>
            <pc:docMk/>
            <pc:sldMk cId="1758309654" sldId="272"/>
            <ac:spMk id="10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20.676" v="15" actId="1076"/>
          <ac:spMkLst>
            <pc:docMk/>
            <pc:sldMk cId="1758309654" sldId="272"/>
            <ac:spMk id="11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41.399" v="112" actId="1076"/>
          <ac:spMkLst>
            <pc:docMk/>
            <pc:sldMk cId="1758309654" sldId="272"/>
            <ac:spMk id="12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6.661" v="24" actId="1076"/>
          <ac:spMkLst>
            <pc:docMk/>
            <pc:sldMk cId="1758309654" sldId="272"/>
            <ac:spMk id="13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6:10.831" v="1" actId="1076"/>
          <ac:spMkLst>
            <pc:docMk/>
            <pc:sldMk cId="1758309654" sldId="272"/>
            <ac:spMk id="14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9.567" v="19" actId="1076"/>
          <ac:spMkLst>
            <pc:docMk/>
            <pc:sldMk cId="1758309654" sldId="272"/>
            <ac:spMk id="16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14.270" v="14" actId="1076"/>
          <ac:spMkLst>
            <pc:docMk/>
            <pc:sldMk cId="1758309654" sldId="272"/>
            <ac:spMk id="1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47.708" v="21" actId="1076"/>
          <ac:spMkLst>
            <pc:docMk/>
            <pc:sldMk cId="1758309654" sldId="272"/>
            <ac:spMk id="18" creationId="{00000000-0000-0000-0000-00000000000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004" v="92"/>
        <pc:sldMkLst>
          <pc:docMk/>
          <pc:sldMk cId="976257424" sldId="275"/>
        </pc:sldMkLst>
        <pc:spChg chg="add">
          <ac:chgData name="Pongrácz Gábor" userId="S::pongracz.gabor@dozsakalocsa.hu::d20b4a79-4cac-4aaa-b768-68d6b5fc2dea" providerId="AD" clId="Web-{C242FC64-E622-1614-AAAF-87CC4204C15A}" dt="2026-02-23T07:10:04.569" v="55"/>
          <ac:spMkLst>
            <pc:docMk/>
            <pc:sldMk cId="976257424" sldId="275"/>
            <ac:spMk id="6" creationId="{04DCCA3F-2B20-D2F5-1FCB-BEB96A78F04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004" v="92"/>
          <ac:spMkLst>
            <pc:docMk/>
            <pc:sldMk cId="976257424" sldId="275"/>
            <ac:spMk id="8" creationId="{CD75C07E-C9B9-6F37-BDC2-D9EA108A17A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9.504" v="90"/>
        <pc:sldMkLst>
          <pc:docMk/>
          <pc:sldMk cId="3366350003" sldId="276"/>
        </pc:sldMkLst>
        <pc:spChg chg="add">
          <ac:chgData name="Pongrácz Gábor" userId="S::pongracz.gabor@dozsakalocsa.hu::d20b4a79-4cac-4aaa-b768-68d6b5fc2dea" providerId="AD" clId="Web-{C242FC64-E622-1614-AAAF-87CC4204C15A}" dt="2026-02-23T07:10:03.554" v="53"/>
          <ac:spMkLst>
            <pc:docMk/>
            <pc:sldMk cId="3366350003" sldId="276"/>
            <ac:spMk id="7" creationId="{3092552F-1CDC-531C-D04D-CD467AC6CCA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9.504" v="90"/>
          <ac:spMkLst>
            <pc:docMk/>
            <pc:sldMk cId="3366350003" sldId="276"/>
            <ac:spMk id="9" creationId="{CE40E9FE-68F6-EB68-6505-315C8046BECD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1.458" v="91"/>
        <pc:sldMkLst>
          <pc:docMk/>
          <pc:sldMk cId="2774313958" sldId="278"/>
        </pc:sldMkLst>
        <pc:spChg chg="add">
          <ac:chgData name="Pongrácz Gábor" userId="S::pongracz.gabor@dozsakalocsa.hu::d20b4a79-4cac-4aaa-b768-68d6b5fc2dea" providerId="AD" clId="Web-{C242FC64-E622-1614-AAAF-87CC4204C15A}" dt="2026-02-23T07:10:04.023" v="54"/>
          <ac:spMkLst>
            <pc:docMk/>
            <pc:sldMk cId="2774313958" sldId="278"/>
            <ac:spMk id="6" creationId="{7A3575CD-7B8C-C2C7-128B-30091BBDF46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1.458" v="91"/>
          <ac:spMkLst>
            <pc:docMk/>
            <pc:sldMk cId="2774313958" sldId="278"/>
            <ac:spMk id="8" creationId="{13D284C1-489B-ED0E-6DDD-A1E3D8340CF6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28646 15446 16383 0 0,'0'5'0'0'0,"4"1"0"0"0,7 0 0 0 0,5 2 0 0 0,5 1 0 0 0,8-1 0 0 0,4 3 0 0 0,5-2 0 0 0,0-2 0 0 0,-1-1 0 0 0,-2-3 0 0 0,-3-1 0 0 0,-3-1 0 0 0,4-1 0 0 0,5-1 0 0 0,0 1 0 0 0,-1 0 0 0 0,2-1 0 0 0,-1 1 0 0 0,-3 0 0 0 0,-2 0 0 0 0,-3 0 0 0 0,-1 0 0 0 0,-2 0 0 0 0,5 0 0 0 0,0 0 0 0 0,0 0 0 0 0,4 0 0 0 0,4 0 0 0 0,5 0 0 0 0,-1 0 0 0 0,-3 0 0 0 0,-4 0 0 0 0,0 0 0 0 0,0 0 0 0 0,-4 0 0 0 0,4 0 0 0 0,-2 0 0 0 0,-1 0 0 0 0,-2 0 0 0 0,-2 0 0 0 0,-2 0 0 0 0,0 0 0 0 0,-2 0 0 0 0,1 0 0 0 0,-1 0 0 0 0,1 0 0 0 0,-1 0 0 0 0,1 0 0 0 0,-1 0 0 0 0,1 0 0 0 0,0 0 0 0 0,0 0 0 0 0,-1 0 0 0 0,1 0 0 0 0,0 0 0 0 0,0 0 0 0 0,0 0 0 0 0,-1 0 0 0 0,1 0 0 0 0,5 0 0 0 0,0 0 0 0 0,1 0 0 0 0,-2 0 0 0 0,0 0 0 0 0,-3 0 0 0 0,0 0 0 0 0,0 0 0 0 0,-2 0 0 0 0,1 0 0 0 0,-1 0 0 0 0,-4 0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29295 15652 16383 0 0,'-5'0'0'0'0,"-5"0"0"0"0,-7 0 0 0 0,-4 0 0 0 0,-3 0 0 0 0,-2 0 0 0 0,-1 0 0 0 0,-1 0 0 0 0,0 5 0 0 0,5 5 0 0 0,6 7 0 0 0,6 4 0 0 0,5 3 0 0 0,3 3 0 0 0,3 0 0 0 0,1 1 0 0 0,0 5 0 0 0,0 0 0 0 0,-4 1 0 0 0,-3-2 0 0 0,1 3 0 0 0,1 0 0 0 0,0-2 0 0 0,2 4 0 0 0,1-1 0 0 0,1-2 0 0 0,0-2 0 0 0,0 3 0 0 0,0 0 0 0 0,0 3 0 0 0,1-1 0 0 0,-1 4 0 0 0,0-2 0 0 0,0-3 0 0 0,0-2 0 0 0,0-3 0 0 0,0 2 0 0 0,0 1 0 0 0,0 3 0 0 0,0 0 0 0 0,0 3 0 0 0,0-1 0 0 0,0-2 0 0 0,0-4 0 0 0,0-2 0 0 0,0-2 0 0 0,0-1 0 0 0,0 3 0 0 0,0 2 0 0 0,0-1 0 0 0,0-2 0 0 0,0 0 0 0 0,0-1 0 0 0,0-2 0 0 0,0 1 0 0 0,0-2 0 0 0,0 1 0 0 0,0-1 0 0 0,0 1 0 0 0,0 0 0 0 0,0-1 0 0 0,0 1 0 0 0,0 0 0 0 0,0 0 0 0 0,0-1 0 0 0,0 6 0 0 0,0 1 0 0 0,0-1 0 0 0,0 4 0 0 0,0 0 0 0 0,0-1 0 0 0,0-3 0 0 0,0-1 0 0 0,0-2 0 0 0,0-1 0 0 0,0 3 0 0 0,0 2 0 0 0,0-1 0 0 0,0-1 0 0 0,0 3 0 0 0,0 5 0 0 0,0 1 0 0 0,0 2 0 0 0,0-1 0 0 0,0-3 0 0 0,0-5 0 0 0,0 3 0 0 0,0-1 0 0 0,0-1 0 0 0,0 1 0 0 0,0 6 0 0 0,0-1 0 0 0,0-3 0 0 0,0 3 0 0 0,0-3 0 0 0,0-1 0 0 0,0-4 0 0 0,0 8 0 0 0,0 0 0 0 0,0-1 0 0 0,0-3 0 0 0,0 2 0 0 0,0 3 0 0 0,0-1 0 0 0,0-2 0 0 0,0-4 0 0 0,0-2 0 0 0,0-3 0 0 0,0-1 0 0 0,0-1 0 0 0,0-1 0 0 0,0 0 0 0 0,0 1 0 0 0,0-1 0 0 0,0 0 0 0 0,4 1 0 0 0,7-5 0 0 0,1-1 0 0 0,-2 0 0 0 0,-2 1 0 0 0,-2 1 0 0 0,-3 2 0 0 0,-2 1 0 0 0,0 5 0 0 0,-1 2 0 0 0,-1 4 0 0 0,1 1 0 0 0,-1 2 0 0 0,1 0 0 0 0,0-3 0 0 0,-1-3 0 0 0,1-2 0 0 0,0-3 0 0 0,0-2 0 0 0,0 0 0 0 0,0 0 0 0 0,0-1 0 0 0,0 0 0 0 0,0 0 0 0 0,0 1 0 0 0,0-1 0 0 0,0 1 0 0 0,0 0 0 0 0,0 0 0 0 0,0-1 0 0 0,0 1 0 0 0,0 0 0 0 0,0 0 0 0 0,0 0 0 0 0,0-1 0 0 0,0 1 0 0 0,0 0 0 0 0,0 0 0 0 0,0 0 0 0 0,0-1 0 0 0,-4-3 0 0 0,-7-3 0 0 0,-1 1 0 0 0,2 2 0 0 0,2 0 0 0 0,3 2 0 0 0,1 0 0 0 0,7-3 0 0 0,3-1 0 0 0,0 0 0 0 0,-1 2 0 0 0,4-4 0 0 0,4-5 0 0 0,5-4 0 0 0,3-5 0 0 0,4-3 0 0 0,1-1 0 0 0,1-1 0 0 0,1-1 0 0 0,-1 0 0 0 0,0 0 0 0 0,1 0 0 0 0,-1 1 0 0 0,0 0 0 0 0,0-1 0 0 0,-5 1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6FFA99-551E-45B4-8370-7EE47DE7A2D9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F78079-BF18-4298-A5A3-7BDA287CF32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1597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78079-BF18-4298-A5A3-7BDA287CF324}" type="slidenum">
              <a:rPr lang="hu-HU" smtClean="0"/>
              <a:t>25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0031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285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73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98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402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4110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402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0221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811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4808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679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0291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45.png"/><Relationship Id="rId7" Type="http://schemas.openxmlformats.org/officeDocument/2006/relationships/image" Target="../media/image31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46.png"/><Relationship Id="rId10" Type="http://schemas.openxmlformats.org/officeDocument/2006/relationships/image" Target="../media/image1.png"/><Relationship Id="rId4" Type="http://schemas.openxmlformats.org/officeDocument/2006/relationships/image" Target="../media/image16.png"/><Relationship Id="rId9" Type="http://schemas.openxmlformats.org/officeDocument/2006/relationships/image" Target="../media/image3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0.png"/><Relationship Id="rId4" Type="http://schemas.openxmlformats.org/officeDocument/2006/relationships/image" Target="../media/image49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jpe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7" name="Szövegdoboz 6"/>
          <p:cNvSpPr txBox="1"/>
          <p:nvPr/>
        </p:nvSpPr>
        <p:spPr>
          <a:xfrm>
            <a:off x="85725" y="5743575"/>
            <a:ext cx="2305050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Pálosi András</a:t>
            </a: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Pongrácz Gábor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Farkas Bence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33ED00C8-834D-CB10-C31A-BA86860BD15E}"/>
              </a:ext>
            </a:extLst>
          </p:cNvPr>
          <p:cNvSpPr txBox="1"/>
          <p:nvPr/>
        </p:nvSpPr>
        <p:spPr>
          <a:xfrm>
            <a:off x="10138406" y="6311056"/>
            <a:ext cx="205775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hu-HU">
                <a:solidFill>
                  <a:srgbClr val="BF9000"/>
                </a:solidFill>
                <a:ea typeface="Calibri"/>
                <a:cs typeface="Calibri"/>
              </a:rPr>
              <a:t>2026.02.16</a:t>
            </a:r>
          </a:p>
        </p:txBody>
      </p:sp>
      <p:pic>
        <p:nvPicPr>
          <p:cNvPr id="9" name="Kép 8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772DAAF-5F0E-4011-58F1-E8D4CBA27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599" y="1157801"/>
            <a:ext cx="4359236" cy="4247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25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A82BF-DF87-C3EB-3C33-71EE012FB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5751E50-382A-3788-7808-A130F2706FE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59AAEE34-A4BD-81AC-D7B2-01BECE2AC5D7}"/>
              </a:ext>
            </a:extLst>
          </p:cNvPr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Csapat Bemutatása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C6B2B83-D553-1F50-A09E-E9FDFDDC863A}"/>
              </a:ext>
            </a:extLst>
          </p:cNvPr>
          <p:cNvSpPr txBox="1"/>
          <p:nvPr/>
        </p:nvSpPr>
        <p:spPr>
          <a:xfrm>
            <a:off x="87751" y="1303159"/>
            <a:ext cx="3433648" cy="2677656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Farkas Bence: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 panose="020F0502020204030204"/>
              <a:cs typeface="Calibri" panose="020F0502020204030204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Dokumentáció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Prezentáció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Kép/logó szerkesztés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Csapat vezérlés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9CC54BC-8EB1-B4DD-25E2-9C717D5E9422}"/>
              </a:ext>
            </a:extLst>
          </p:cNvPr>
          <p:cNvSpPr txBox="1"/>
          <p:nvPr/>
        </p:nvSpPr>
        <p:spPr>
          <a:xfrm>
            <a:off x="4384395" y="1259657"/>
            <a:ext cx="3423210" cy="3416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Pálosi András: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Prezentáció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Dokumentáció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Tesztelés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Csapat vezérlés</a:t>
            </a:r>
            <a:endParaRPr lang="hu-HU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9CD0A707-E39F-39DD-669F-A8B108C69320}"/>
              </a:ext>
            </a:extLst>
          </p:cNvPr>
          <p:cNvSpPr txBox="1"/>
          <p:nvPr/>
        </p:nvSpPr>
        <p:spPr>
          <a:xfrm>
            <a:off x="8670601" y="1259657"/>
            <a:ext cx="3611100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Pongrácz Gábor: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applikáció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Prezentáció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Csapat vezérlés</a:t>
            </a:r>
          </a:p>
          <a:p>
            <a:pPr marL="342900" indent="-342900" algn="just">
              <a:buFont typeface="Calibri"/>
              <a:buChar char="-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A1C5DB8-BEB6-C5C2-F6B5-6ECB19188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399125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Projekt bemutatása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/>
          <p:cNvSpPr txBox="1"/>
          <p:nvPr/>
        </p:nvSpPr>
        <p:spPr>
          <a:xfrm>
            <a:off x="61727" y="1670103"/>
            <a:ext cx="6335511" cy="378565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Dózsa Csárda célja hogy egy felhasználóbarát, és egy egyszerűen kezelhető élelmiszer rendelést valósítson meg.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Elkészítheted a rendelésedet, 5 különböző kategóriából.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weboldalt csak akkor lehet használni, ha regisztrált, illetve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adminok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által aktivált fiókkal rendelkezel.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182BBC8-B81D-100A-2369-46F14C303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13" name="Kép 12" descr="A képen szöveg, képernyőkép, Grafikus tervezé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EE62C2DF-5B27-E76A-BE50-1858416AB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113" y="2234001"/>
            <a:ext cx="5577840" cy="265785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90134746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602F10-0DC1-3E5F-F52D-16FECE04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CDA9ECE-E271-503A-3360-804E31DE9DA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138FA34-531D-C2E6-52E0-C9A50FC7A159}"/>
              </a:ext>
            </a:extLst>
          </p:cNvPr>
          <p:cNvSpPr txBox="1"/>
          <p:nvPr/>
        </p:nvSpPr>
        <p:spPr>
          <a:xfrm>
            <a:off x="2666912" y="49709"/>
            <a:ext cx="6665346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Regisztráció/Bejelentkezés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7" name="Kép 6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9A47296C-D019-C6F0-A556-7DA684B39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821" y="4522376"/>
            <a:ext cx="3618372" cy="206310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AFDF6FF-8743-E0FB-C6A4-5BCA11C6A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864" y="5401057"/>
            <a:ext cx="4972050" cy="447675"/>
          </a:xfrm>
          <a:prstGeom prst="rect">
            <a:avLst/>
          </a:prstGeom>
        </p:spPr>
      </p:pic>
      <p:pic>
        <p:nvPicPr>
          <p:cNvPr id="9" name="Kép 8" descr="A képen szöveg, Betűtípus, Grafika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B9CA0087-3983-FFA5-A0D1-ADA655098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9864" y="6075124"/>
            <a:ext cx="3524250" cy="571500"/>
          </a:xfrm>
          <a:prstGeom prst="rect">
            <a:avLst/>
          </a:prstGeom>
        </p:spPr>
      </p:pic>
      <p:pic>
        <p:nvPicPr>
          <p:cNvPr id="10" name="Kép 9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9916CC0D-5D4A-FD74-1255-157D92D3E4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445" y="950945"/>
            <a:ext cx="3595124" cy="32362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82654" y="950945"/>
            <a:ext cx="3189432" cy="412332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3445EA1B-E319-D9F3-1869-364DD3711A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213369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Felhasználói profil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470" y="1067925"/>
            <a:ext cx="5045059" cy="533289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5" name="Téglalap 4"/>
          <p:cNvSpPr/>
          <p:nvPr/>
        </p:nvSpPr>
        <p:spPr>
          <a:xfrm>
            <a:off x="5655076" y="2876365"/>
            <a:ext cx="1553592" cy="195309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350003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2" y="24854"/>
            <a:ext cx="6925323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Felhasználói profil: Rendelés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1BB1501-7DCF-4948-8677-404F663B6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02" y="942316"/>
            <a:ext cx="2946466" cy="5688022"/>
          </a:xfrm>
          <a:prstGeom prst="rect">
            <a:avLst/>
          </a:prstGeom>
        </p:spPr>
      </p:pic>
      <p:sp>
        <p:nvSpPr>
          <p:cNvPr id="5" name="Téglalap 4"/>
          <p:cNvSpPr/>
          <p:nvPr/>
        </p:nvSpPr>
        <p:spPr>
          <a:xfrm>
            <a:off x="5233735" y="2499848"/>
            <a:ext cx="1553592" cy="195309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4D4231D6-0EE7-4FBF-993D-669D3CEFF984}"/>
              </a:ext>
            </a:extLst>
          </p:cNvPr>
          <p:cNvSpPr txBox="1"/>
          <p:nvPr/>
        </p:nvSpPr>
        <p:spPr>
          <a:xfrm>
            <a:off x="0" y="4092317"/>
            <a:ext cx="4079967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Sikeres rendelés esetén, kiírja, hogy mit tartalmazott az utolsó rendelés</a:t>
            </a:r>
          </a:p>
        </p:txBody>
      </p:sp>
    </p:spTree>
    <p:extLst>
      <p:ext uri="{BB962C8B-B14F-4D97-AF65-F5344CB8AC3E}">
        <p14:creationId xmlns:p14="http://schemas.microsoft.com/office/powerpoint/2010/main" val="3499747379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982" y="1001428"/>
            <a:ext cx="9142035" cy="558405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74313958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1976629" y="24854"/>
            <a:ext cx="8010053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Főoldal: Navigációs sáv(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Navbar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) 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B996F66-BD42-48FD-B957-AE2D8E3EC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7337"/>
            <a:ext cx="12192000" cy="855610"/>
          </a:xfrm>
          <a:prstGeom prst="rect">
            <a:avLst/>
          </a:prstGeom>
        </p:spPr>
      </p:pic>
      <p:sp>
        <p:nvSpPr>
          <p:cNvPr id="7" name="Nyíl: felfelé mutató 6">
            <a:extLst>
              <a:ext uri="{FF2B5EF4-FFF2-40B4-BE49-F238E27FC236}">
                <a16:creationId xmlns:a16="http://schemas.microsoft.com/office/drawing/2014/main" id="{3C86497C-5FF6-4433-9BFD-74ADF6A428F4}"/>
              </a:ext>
            </a:extLst>
          </p:cNvPr>
          <p:cNvSpPr/>
          <p:nvPr/>
        </p:nvSpPr>
        <p:spPr>
          <a:xfrm>
            <a:off x="4294092" y="1519602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F559079F-03EF-42F4-95E3-C07D96FA6D05}"/>
              </a:ext>
            </a:extLst>
          </p:cNvPr>
          <p:cNvSpPr txBox="1"/>
          <p:nvPr/>
        </p:nvSpPr>
        <p:spPr>
          <a:xfrm>
            <a:off x="3922056" y="3244334"/>
            <a:ext cx="1165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Rendelés</a:t>
            </a:r>
          </a:p>
        </p:txBody>
      </p:sp>
      <p:sp>
        <p:nvSpPr>
          <p:cNvPr id="10" name="Nyíl: felfelé mutató 9">
            <a:extLst>
              <a:ext uri="{FF2B5EF4-FFF2-40B4-BE49-F238E27FC236}">
                <a16:creationId xmlns:a16="http://schemas.microsoft.com/office/drawing/2014/main" id="{AAE29E04-B7C8-4763-942E-4DAF77E4D065}"/>
              </a:ext>
            </a:extLst>
          </p:cNvPr>
          <p:cNvSpPr/>
          <p:nvPr/>
        </p:nvSpPr>
        <p:spPr>
          <a:xfrm>
            <a:off x="5237628" y="1519602"/>
            <a:ext cx="421341" cy="211644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C57F1244-B5E3-4848-B90A-D237F3ADF087}"/>
              </a:ext>
            </a:extLst>
          </p:cNvPr>
          <p:cNvSpPr txBox="1"/>
          <p:nvPr/>
        </p:nvSpPr>
        <p:spPr>
          <a:xfrm>
            <a:off x="4575474" y="3681300"/>
            <a:ext cx="18870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 elindítása</a:t>
            </a:r>
          </a:p>
        </p:txBody>
      </p:sp>
      <p:sp>
        <p:nvSpPr>
          <p:cNvPr id="12" name="Nyíl: felfelé mutató 11">
            <a:extLst>
              <a:ext uri="{FF2B5EF4-FFF2-40B4-BE49-F238E27FC236}">
                <a16:creationId xmlns:a16="http://schemas.microsoft.com/office/drawing/2014/main" id="{F1694A64-9CA1-4959-ADB2-6D167A85B3DD}"/>
              </a:ext>
            </a:extLst>
          </p:cNvPr>
          <p:cNvSpPr/>
          <p:nvPr/>
        </p:nvSpPr>
        <p:spPr>
          <a:xfrm>
            <a:off x="9668433" y="1564855"/>
            <a:ext cx="421341" cy="211644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2B5582FA-1903-4A54-B8EB-F7BC5403E18E}"/>
              </a:ext>
            </a:extLst>
          </p:cNvPr>
          <p:cNvSpPr txBox="1"/>
          <p:nvPr/>
        </p:nvSpPr>
        <p:spPr>
          <a:xfrm>
            <a:off x="9279587" y="3741294"/>
            <a:ext cx="1199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Saját Profil</a:t>
            </a:r>
          </a:p>
        </p:txBody>
      </p:sp>
      <p:sp>
        <p:nvSpPr>
          <p:cNvPr id="15" name="Nyíl: felfelé mutató 14">
            <a:extLst>
              <a:ext uri="{FF2B5EF4-FFF2-40B4-BE49-F238E27FC236}">
                <a16:creationId xmlns:a16="http://schemas.microsoft.com/office/drawing/2014/main" id="{F19E64CB-4878-4735-9892-AB515665A788}"/>
              </a:ext>
            </a:extLst>
          </p:cNvPr>
          <p:cNvSpPr/>
          <p:nvPr/>
        </p:nvSpPr>
        <p:spPr>
          <a:xfrm rot="1557955">
            <a:off x="2865468" y="1509486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6" name="Nyíl: felfelé mutató 15">
            <a:extLst>
              <a:ext uri="{FF2B5EF4-FFF2-40B4-BE49-F238E27FC236}">
                <a16:creationId xmlns:a16="http://schemas.microsoft.com/office/drawing/2014/main" id="{648C7589-2D9A-41FE-9CB0-3BFE615CF56C}"/>
              </a:ext>
            </a:extLst>
          </p:cNvPr>
          <p:cNvSpPr/>
          <p:nvPr/>
        </p:nvSpPr>
        <p:spPr>
          <a:xfrm rot="20651385">
            <a:off x="2315910" y="1515747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691A6A29-D4E8-43B7-B2D0-A1F10B4AFE30}"/>
              </a:ext>
            </a:extLst>
          </p:cNvPr>
          <p:cNvSpPr txBox="1"/>
          <p:nvPr/>
        </p:nvSpPr>
        <p:spPr>
          <a:xfrm>
            <a:off x="1617010" y="3094963"/>
            <a:ext cx="22613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rgbClr val="BF9000"/>
                </a:solidFill>
              </a:rPr>
              <a:t>Kattintáskor a főoldalra dob vissza</a:t>
            </a:r>
          </a:p>
        </p:txBody>
      </p:sp>
    </p:spTree>
    <p:extLst>
      <p:ext uri="{BB962C8B-B14F-4D97-AF65-F5344CB8AC3E}">
        <p14:creationId xmlns:p14="http://schemas.microsoft.com/office/powerpoint/2010/main" val="15194903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Főoldal: Lábléc(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Footer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)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3D8ABEB4-0CCE-40D5-82AC-715EC87B2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11087"/>
            <a:ext cx="12192000" cy="2562365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647BF5B-E440-4272-925D-FF7145CE70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783" y="1047062"/>
            <a:ext cx="4063605" cy="2619338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8" name="Nyíl: felfelé mutató 7">
            <a:extLst>
              <a:ext uri="{FF2B5EF4-FFF2-40B4-BE49-F238E27FC236}">
                <a16:creationId xmlns:a16="http://schemas.microsoft.com/office/drawing/2014/main" id="{B50851D6-56C6-46AE-BFA4-57D034070A95}"/>
              </a:ext>
            </a:extLst>
          </p:cNvPr>
          <p:cNvSpPr/>
          <p:nvPr/>
        </p:nvSpPr>
        <p:spPr>
          <a:xfrm>
            <a:off x="7367524" y="3666400"/>
            <a:ext cx="268941" cy="112470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0DAABB9-3298-437A-85B0-F5EF5CB10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608" y="1047062"/>
            <a:ext cx="3650531" cy="2544437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1" name="Nyíl: balra mutató 10">
            <a:extLst>
              <a:ext uri="{FF2B5EF4-FFF2-40B4-BE49-F238E27FC236}">
                <a16:creationId xmlns:a16="http://schemas.microsoft.com/office/drawing/2014/main" id="{12DD2D9C-0F32-4909-8210-C1C6FA14DD9C}"/>
              </a:ext>
            </a:extLst>
          </p:cNvPr>
          <p:cNvSpPr/>
          <p:nvPr/>
        </p:nvSpPr>
        <p:spPr>
          <a:xfrm>
            <a:off x="4498640" y="1047062"/>
            <a:ext cx="1207642" cy="216775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8399732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61B4B-50F8-C723-AB19-48C1C1D9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D2228D4A-8E06-ED7B-839F-BA5F3B411DA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3B6B59D9-BD4D-18F5-CB44-9EF61CBAEAAC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Rendelés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3FDA098A-90C3-3D4C-F167-173941518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323" y="1100526"/>
            <a:ext cx="9151354" cy="501891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3F350704-2520-4AAE-9249-CF1934C7CC8A}"/>
              </a:ext>
            </a:extLst>
          </p:cNvPr>
          <p:cNvSpPr txBox="1"/>
          <p:nvPr/>
        </p:nvSpPr>
        <p:spPr>
          <a:xfrm>
            <a:off x="87751" y="2589911"/>
            <a:ext cx="1230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rgbClr val="BF9000"/>
                </a:solidFill>
              </a:rPr>
              <a:t>5</a:t>
            </a:r>
            <a:r>
              <a:rPr lang="hu-HU" dirty="0">
                <a:solidFill>
                  <a:srgbClr val="BF9000"/>
                </a:solidFill>
              </a:rPr>
              <a:t> kategória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8198FDB8-0F63-421E-8CAC-B17DA2A2BBB3}"/>
              </a:ext>
            </a:extLst>
          </p:cNvPr>
          <p:cNvSpPr txBox="1"/>
          <p:nvPr/>
        </p:nvSpPr>
        <p:spPr>
          <a:xfrm>
            <a:off x="10671677" y="2562128"/>
            <a:ext cx="1520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Megrendelés gomb</a:t>
            </a:r>
          </a:p>
        </p:txBody>
      </p:sp>
    </p:spTree>
    <p:extLst>
      <p:ext uri="{BB962C8B-B14F-4D97-AF65-F5344CB8AC3E}">
        <p14:creationId xmlns:p14="http://schemas.microsoft.com/office/powerpoint/2010/main" val="976257424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230D0B4F-8EB3-F3F2-A4E6-68552F239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855" y="1221651"/>
            <a:ext cx="6589234" cy="238833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33A7B2F-5C9B-4A49-AA73-E56CA5F40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4846" y="3818645"/>
            <a:ext cx="5143671" cy="293166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38F852AC-23C4-4A6B-A1DE-F3BDFC8D4391}"/>
              </a:ext>
            </a:extLst>
          </p:cNvPr>
          <p:cNvSpPr txBox="1"/>
          <p:nvPr/>
        </p:nvSpPr>
        <p:spPr>
          <a:xfrm>
            <a:off x="297905" y="4165432"/>
            <a:ext cx="33169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Ha egy újonnan felregisztrált fiókot érzékel a program, akkor itt jelenik meg, és az </a:t>
            </a:r>
            <a:r>
              <a:rPr lang="hu-HU" dirty="0" err="1">
                <a:solidFill>
                  <a:srgbClr val="BF9000"/>
                </a:solidFill>
              </a:rPr>
              <a:t>adminok</a:t>
            </a:r>
            <a:r>
              <a:rPr lang="hu-HU" dirty="0">
                <a:solidFill>
                  <a:srgbClr val="BF9000"/>
                </a:solidFill>
              </a:rPr>
              <a:t> itt tudják aktiválni a fiókot</a:t>
            </a:r>
          </a:p>
        </p:txBody>
      </p:sp>
    </p:spTree>
    <p:extLst>
      <p:ext uri="{BB962C8B-B14F-4D97-AF65-F5344CB8AC3E}">
        <p14:creationId xmlns:p14="http://schemas.microsoft.com/office/powerpoint/2010/main" val="2411412178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245200" y="24854"/>
            <a:ext cx="737956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felület: Alap ötlet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33A7B2F-5C9B-4A49-AA73-E56CA5F40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179" y="3814089"/>
            <a:ext cx="5143671" cy="293166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F6A83A99-FE52-4FB1-A975-71FA5B2E5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77337"/>
            <a:ext cx="12192000" cy="725220"/>
          </a:xfrm>
          <a:prstGeom prst="rect">
            <a:avLst/>
          </a:prstGeom>
        </p:spPr>
      </p:pic>
      <p:sp>
        <p:nvSpPr>
          <p:cNvPr id="3" name="Nyíl: felfelé mutató 2">
            <a:extLst>
              <a:ext uri="{FF2B5EF4-FFF2-40B4-BE49-F238E27FC236}">
                <a16:creationId xmlns:a16="http://schemas.microsoft.com/office/drawing/2014/main" id="{BFDD886B-0D4C-4A1C-AC78-C5CE1AE73C60}"/>
              </a:ext>
            </a:extLst>
          </p:cNvPr>
          <p:cNvSpPr/>
          <p:nvPr/>
        </p:nvSpPr>
        <p:spPr>
          <a:xfrm rot="3819809">
            <a:off x="3339484" y="1021199"/>
            <a:ext cx="622169" cy="2828282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6" name="Folyamatábra: Bekötés 5">
            <a:extLst>
              <a:ext uri="{FF2B5EF4-FFF2-40B4-BE49-F238E27FC236}">
                <a16:creationId xmlns:a16="http://schemas.microsoft.com/office/drawing/2014/main" id="{4C1219F9-E96D-4760-95E7-26B71FD40CC6}"/>
              </a:ext>
            </a:extLst>
          </p:cNvPr>
          <p:cNvSpPr/>
          <p:nvPr/>
        </p:nvSpPr>
        <p:spPr>
          <a:xfrm>
            <a:off x="4901937" y="794295"/>
            <a:ext cx="952108" cy="923183"/>
          </a:xfrm>
          <a:prstGeom prst="flowChartConnector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C4CC2A59-911E-4085-ACBB-6011D548EB58}"/>
              </a:ext>
            </a:extLst>
          </p:cNvPr>
          <p:cNvSpPr txBox="1"/>
          <p:nvPr/>
        </p:nvSpPr>
        <p:spPr>
          <a:xfrm>
            <a:off x="810608" y="3172345"/>
            <a:ext cx="43400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Gomb, amely elindítja az </a:t>
            </a:r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alkalmazást, ha az </a:t>
            </a:r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jelentkezett be.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A311E7EF-2DEE-4C22-B935-98AC7D3F7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2297" y="1663061"/>
            <a:ext cx="5010849" cy="1343212"/>
          </a:xfrm>
          <a:prstGeom prst="rect">
            <a:avLst/>
          </a:prstGeom>
        </p:spPr>
      </p:pic>
      <p:sp>
        <p:nvSpPr>
          <p:cNvPr id="14" name="Nyíl: felfelé mutató 13">
            <a:extLst>
              <a:ext uri="{FF2B5EF4-FFF2-40B4-BE49-F238E27FC236}">
                <a16:creationId xmlns:a16="http://schemas.microsoft.com/office/drawing/2014/main" id="{B795DECF-4E19-49B1-868E-26CE4BD2BDD3}"/>
              </a:ext>
            </a:extLst>
          </p:cNvPr>
          <p:cNvSpPr/>
          <p:nvPr/>
        </p:nvSpPr>
        <p:spPr>
          <a:xfrm>
            <a:off x="9459050" y="2726392"/>
            <a:ext cx="622169" cy="123023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5079AF11-340D-4115-87DC-4DD4143C5B44}"/>
              </a:ext>
            </a:extLst>
          </p:cNvPr>
          <p:cNvSpPr txBox="1"/>
          <p:nvPr/>
        </p:nvSpPr>
        <p:spPr>
          <a:xfrm>
            <a:off x="7591741" y="4069604"/>
            <a:ext cx="43400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Gomb lenyomása elindított volna egy hivatkozást, a regisztrációs adatbázisban a </a:t>
            </a:r>
            <a:r>
              <a:rPr lang="hu-HU" dirty="0" err="1">
                <a:solidFill>
                  <a:srgbClr val="BF9000"/>
                </a:solidFill>
              </a:rPr>
              <a:t>windows</a:t>
            </a:r>
            <a:r>
              <a:rPr lang="hu-HU" dirty="0">
                <a:solidFill>
                  <a:srgbClr val="BF9000"/>
                </a:solidFill>
              </a:rPr>
              <a:t>-ban. (</a:t>
            </a:r>
            <a:r>
              <a:rPr lang="hu-HU" dirty="0" err="1">
                <a:solidFill>
                  <a:srgbClr val="BF9000"/>
                </a:solidFill>
              </a:rPr>
              <a:t>Regedit</a:t>
            </a:r>
            <a:r>
              <a:rPr lang="hu-HU" dirty="0">
                <a:solidFill>
                  <a:srgbClr val="BF9000"/>
                </a:solidFill>
              </a:rPr>
              <a:t>/</a:t>
            </a:r>
            <a:r>
              <a:rPr lang="hu-HU" dirty="0" err="1">
                <a:solidFill>
                  <a:srgbClr val="BF9000"/>
                </a:solidFill>
              </a:rPr>
              <a:t>Dozsaadmin</a:t>
            </a:r>
            <a:r>
              <a:rPr lang="hu-HU" dirty="0">
                <a:solidFill>
                  <a:srgbClr val="BF9000"/>
                </a:solidFill>
              </a:rPr>
              <a:t>)</a:t>
            </a:r>
          </a:p>
        </p:txBody>
      </p: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10397239-E9B5-42FA-89D9-F6B48ED1B720}"/>
              </a:ext>
            </a:extLst>
          </p:cNvPr>
          <p:cNvSpPr txBox="1"/>
          <p:nvPr/>
        </p:nvSpPr>
        <p:spPr>
          <a:xfrm>
            <a:off x="7591740" y="5279921"/>
            <a:ext cx="43400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Ezt eredetileg egy generált </a:t>
            </a:r>
            <a:r>
              <a:rPr lang="hu-HU" dirty="0" err="1">
                <a:solidFill>
                  <a:srgbClr val="BF9000"/>
                </a:solidFill>
              </a:rPr>
              <a:t>exe</a:t>
            </a:r>
            <a:r>
              <a:rPr lang="hu-HU" dirty="0">
                <a:solidFill>
                  <a:srgbClr val="BF9000"/>
                </a:solidFill>
              </a:rPr>
              <a:t> fájlal telepítette volna a program, így elhelyezte volna a megfelelő helyen, a megfelelő hivatkozást.</a:t>
            </a:r>
          </a:p>
        </p:txBody>
      </p:sp>
    </p:spTree>
    <p:extLst>
      <p:ext uri="{BB962C8B-B14F-4D97-AF65-F5344CB8AC3E}">
        <p14:creationId xmlns:p14="http://schemas.microsoft.com/office/powerpoint/2010/main" val="1991479979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245200" y="24854"/>
            <a:ext cx="737956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felület: Alap ötlet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16" name="Szövegdoboz 15">
            <a:extLst>
              <a:ext uri="{FF2B5EF4-FFF2-40B4-BE49-F238E27FC236}">
                <a16:creationId xmlns:a16="http://schemas.microsoft.com/office/drawing/2014/main" id="{10397239-E9B5-42FA-89D9-F6B48ED1B720}"/>
              </a:ext>
            </a:extLst>
          </p:cNvPr>
          <p:cNvSpPr txBox="1"/>
          <p:nvPr/>
        </p:nvSpPr>
        <p:spPr>
          <a:xfrm>
            <a:off x="2114767" y="4638236"/>
            <a:ext cx="43400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Regisztrációs adatbázisba ez a hivatkozás került volna be, ami biztosította hogy elindítsa az </a:t>
            </a:r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alkalmazást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5C229837-0636-4736-BF62-E9860C47C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7336"/>
            <a:ext cx="1960775" cy="5963687"/>
          </a:xfrm>
          <a:prstGeom prst="rect">
            <a:avLst/>
          </a:prstGeom>
        </p:spPr>
      </p:pic>
      <p:sp>
        <p:nvSpPr>
          <p:cNvPr id="13" name="Téglalap 12">
            <a:extLst>
              <a:ext uri="{FF2B5EF4-FFF2-40B4-BE49-F238E27FC236}">
                <a16:creationId xmlns:a16="http://schemas.microsoft.com/office/drawing/2014/main" id="{E61CFF86-4B89-49EA-8B72-2D6CA0266879}"/>
              </a:ext>
            </a:extLst>
          </p:cNvPr>
          <p:cNvSpPr/>
          <p:nvPr/>
        </p:nvSpPr>
        <p:spPr>
          <a:xfrm>
            <a:off x="0" y="4779390"/>
            <a:ext cx="1960775" cy="6410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8" name="Kép 17">
            <a:extLst>
              <a:ext uri="{FF2B5EF4-FFF2-40B4-BE49-F238E27FC236}">
                <a16:creationId xmlns:a16="http://schemas.microsoft.com/office/drawing/2014/main" id="{DE4DBBF7-414B-409A-9DB9-2AF5CB7EB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071" y="1001118"/>
            <a:ext cx="5563376" cy="590632"/>
          </a:xfrm>
          <a:prstGeom prst="rect">
            <a:avLst/>
          </a:prstGeom>
        </p:spPr>
      </p:pic>
      <p:sp>
        <p:nvSpPr>
          <p:cNvPr id="19" name="Szövegdoboz 18">
            <a:extLst>
              <a:ext uri="{FF2B5EF4-FFF2-40B4-BE49-F238E27FC236}">
                <a16:creationId xmlns:a16="http://schemas.microsoft.com/office/drawing/2014/main" id="{32131AA8-BB19-4620-80A2-23A3486A321D}"/>
              </a:ext>
            </a:extLst>
          </p:cNvPr>
          <p:cNvSpPr txBox="1"/>
          <p:nvPr/>
        </p:nvSpPr>
        <p:spPr>
          <a:xfrm>
            <a:off x="4284808" y="1591750"/>
            <a:ext cx="12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Hivatkozás</a:t>
            </a:r>
          </a:p>
        </p:txBody>
      </p:sp>
      <p:pic>
        <p:nvPicPr>
          <p:cNvPr id="21" name="Kép 20">
            <a:extLst>
              <a:ext uri="{FF2B5EF4-FFF2-40B4-BE49-F238E27FC236}">
                <a16:creationId xmlns:a16="http://schemas.microsoft.com/office/drawing/2014/main" id="{BED49B21-537B-4302-93E8-41D7419D5B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765" y="1001118"/>
            <a:ext cx="2362530" cy="3391373"/>
          </a:xfrm>
          <a:prstGeom prst="rect">
            <a:avLst/>
          </a:prstGeom>
        </p:spPr>
      </p:pic>
      <p:sp>
        <p:nvSpPr>
          <p:cNvPr id="22" name="Szövegdoboz 21">
            <a:extLst>
              <a:ext uri="{FF2B5EF4-FFF2-40B4-BE49-F238E27FC236}">
                <a16:creationId xmlns:a16="http://schemas.microsoft.com/office/drawing/2014/main" id="{258D1CFF-78A7-4F5D-9DF5-9FD0C575BD1B}"/>
              </a:ext>
            </a:extLst>
          </p:cNvPr>
          <p:cNvSpPr txBox="1"/>
          <p:nvPr/>
        </p:nvSpPr>
        <p:spPr>
          <a:xfrm>
            <a:off x="9395542" y="4409965"/>
            <a:ext cx="28209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DózsaAdmin_Installer.exe, illetve az </a:t>
            </a:r>
            <a:r>
              <a:rPr lang="hu-HU" dirty="0" err="1">
                <a:solidFill>
                  <a:srgbClr val="BF9000"/>
                </a:solidFill>
              </a:rPr>
              <a:t>admininstaller.iss</a:t>
            </a:r>
            <a:endParaRPr lang="hu-HU" dirty="0">
              <a:solidFill>
                <a:srgbClr val="BF9000"/>
              </a:solidFill>
            </a:endParaRPr>
          </a:p>
          <a:p>
            <a:r>
              <a:rPr lang="hu-HU" dirty="0">
                <a:solidFill>
                  <a:srgbClr val="BF9000"/>
                </a:solidFill>
              </a:rPr>
              <a:t>Fájlokat kellett volna elindítani, és az feltöltötte volna. </a:t>
            </a:r>
          </a:p>
        </p:txBody>
      </p:sp>
      <p:sp>
        <p:nvSpPr>
          <p:cNvPr id="23" name="Téglalap 22">
            <a:extLst>
              <a:ext uri="{FF2B5EF4-FFF2-40B4-BE49-F238E27FC236}">
                <a16:creationId xmlns:a16="http://schemas.microsoft.com/office/drawing/2014/main" id="{E822E13A-3337-484A-BCD1-EEF16C378172}"/>
              </a:ext>
            </a:extLst>
          </p:cNvPr>
          <p:cNvSpPr/>
          <p:nvPr/>
        </p:nvSpPr>
        <p:spPr>
          <a:xfrm>
            <a:off x="9624765" y="3525625"/>
            <a:ext cx="1414023" cy="1657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4" name="Téglalap 23">
            <a:extLst>
              <a:ext uri="{FF2B5EF4-FFF2-40B4-BE49-F238E27FC236}">
                <a16:creationId xmlns:a16="http://schemas.microsoft.com/office/drawing/2014/main" id="{12390B52-0DAB-4AFB-A2C4-AC4BE94C919C}"/>
              </a:ext>
            </a:extLst>
          </p:cNvPr>
          <p:cNvSpPr/>
          <p:nvPr/>
        </p:nvSpPr>
        <p:spPr>
          <a:xfrm>
            <a:off x="9796019" y="1213557"/>
            <a:ext cx="1657548" cy="1657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5" name="Szövegdoboz 24">
            <a:extLst>
              <a:ext uri="{FF2B5EF4-FFF2-40B4-BE49-F238E27FC236}">
                <a16:creationId xmlns:a16="http://schemas.microsoft.com/office/drawing/2014/main" id="{F6B6F2B6-90AA-4C04-B96E-99CF2441D332}"/>
              </a:ext>
            </a:extLst>
          </p:cNvPr>
          <p:cNvSpPr txBox="1"/>
          <p:nvPr/>
        </p:nvSpPr>
        <p:spPr>
          <a:xfrm>
            <a:off x="2952732" y="2871284"/>
            <a:ext cx="56590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b="1" dirty="0">
                <a:solidFill>
                  <a:srgbClr val="BF9000"/>
                </a:solidFill>
              </a:rPr>
              <a:t>A fejlesztés kihívásai, és a technológiai megoldások nehézségei miatt végül félbehagytuk, és kivettük a fejlesztésből!</a:t>
            </a:r>
          </a:p>
        </p:txBody>
      </p:sp>
    </p:spTree>
    <p:extLst>
      <p:ext uri="{BB962C8B-B14F-4D97-AF65-F5344CB8AC3E}">
        <p14:creationId xmlns:p14="http://schemas.microsoft.com/office/powerpoint/2010/main" val="3436101648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788443" y="47687"/>
            <a:ext cx="66151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64" y="1264346"/>
            <a:ext cx="1709738" cy="170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2280839" y="1218892"/>
            <a:ext cx="51327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(VSC)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fejlesztői környezet, amiben a szerver, a frontend(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css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javascript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készült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2280839" y="4180344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(VS):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Szintén egy fejlesztői környezet, amelyben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felület készült C# nyelven WPF-ben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A4ACDEF-306B-49A4-86F8-78EF8203A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2248" y="1807373"/>
            <a:ext cx="4761808" cy="347121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Picture 5" descr="Visual Studio logo and symbol, meaning, history, PNG">
            <a:extLst>
              <a:ext uri="{FF2B5EF4-FFF2-40B4-BE49-F238E27FC236}">
                <a16:creationId xmlns:a16="http://schemas.microsoft.com/office/drawing/2014/main" id="{C7CE94B2-3D26-E347-A01E-85D2E943C3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22129" y="4051376"/>
            <a:ext cx="3177249" cy="1832416"/>
          </a:xfrm>
          <a:prstGeom prst="rect">
            <a:avLst/>
          </a:prstGeom>
        </p:spPr>
      </p:pic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03D8D4D1-318E-3690-178D-4D9A32317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53272"/>
      </p:ext>
    </p:extLst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277763" y="9700"/>
            <a:ext cx="75936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1925354" y="1324020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HTML5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weboldal készítés egyik alapja. Ezzel, a struktúráját, a vázát tudjuk elkészíteni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1925354" y="3003272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CSS3: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Stílus kezelő nyelv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html-hez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 Ezzel oldottuk meg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reszponzivitást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és az animációkat.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C408D15-66A1-4A4A-851B-EADA0E36EFB9}"/>
              </a:ext>
            </a:extLst>
          </p:cNvPr>
          <p:cNvSpPr txBox="1"/>
          <p:nvPr/>
        </p:nvSpPr>
        <p:spPr>
          <a:xfrm>
            <a:off x="1925354" y="4708388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JavaScript: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Ez a nyelv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dinamikusságot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adja az oldalakhoz, illetve az eseménykezeléseket.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11" y="1098911"/>
            <a:ext cx="1584043" cy="1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240" y="2970021"/>
            <a:ext cx="1356187" cy="1356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954" y="4675137"/>
            <a:ext cx="1530761" cy="1530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106" y="1098911"/>
            <a:ext cx="2109967" cy="5582857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DEDDEB-CC78-19AB-2DC6-A9FA1C7746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78464"/>
      </p:ext>
    </p:extLst>
  </p:cSld>
  <p:clrMapOvr>
    <a:masterClrMapping/>
  </p:clrMapOvr>
  <p:transition spd="med">
    <p:pull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menedzsment/Verziókövetés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43" y="1026546"/>
            <a:ext cx="1761990" cy="1761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8EB6905-9258-4241-9966-9E93D7FBF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40" y="4035422"/>
            <a:ext cx="3534749" cy="1488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493033" y="1475858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GitHub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Verziókövető eszköz, mely egyszerű átlátást biztosított arra, hogy mikor, ki, mit csinált.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34D1C51D-087B-4BD8-9089-BE6663110493}"/>
              </a:ext>
            </a:extLst>
          </p:cNvPr>
          <p:cNvSpPr txBox="1"/>
          <p:nvPr/>
        </p:nvSpPr>
        <p:spPr>
          <a:xfrm>
            <a:off x="4142095" y="4450991"/>
            <a:ext cx="39551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Jira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Projekt menedzsment eszköz, melyben 2 hetes sprintek alatt,  meghatározott feladatokat kellett elvégezni.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0C82B73-4864-4368-BAF3-2042C6A64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277" y="3655321"/>
            <a:ext cx="3912351" cy="28238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189322B-B141-438C-A937-984069E843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277" y="1090846"/>
            <a:ext cx="3912351" cy="243201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293117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41370" y="967096"/>
            <a:ext cx="819151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0DEEAF1-9853-4F7B-8168-2A981E8B55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7681" y="2143635"/>
            <a:ext cx="7128056" cy="4642616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13385620-EEBD-4E3D-8838-328CB44AE553}"/>
              </a:ext>
            </a:extLst>
          </p:cNvPr>
          <p:cNvSpPr txBox="1"/>
          <p:nvPr/>
        </p:nvSpPr>
        <p:spPr>
          <a:xfrm>
            <a:off x="7422187" y="1555414"/>
            <a:ext cx="25140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Az összes feltöltés</a:t>
            </a:r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7206398F-3B35-4473-9CC0-D6E680B73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78" y="1500554"/>
            <a:ext cx="3381313" cy="169447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A0D67C5F-3728-4EF5-9EC1-236B866A0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263" y="3287111"/>
            <a:ext cx="3411744" cy="1694474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5298B1E8-9C37-46C6-BA7B-751D041771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263" y="5100148"/>
            <a:ext cx="3440256" cy="168610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131479" y="1046410"/>
            <a:ext cx="3516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Személyenkénti feltöltések</a:t>
            </a:r>
          </a:p>
        </p:txBody>
      </p:sp>
    </p:spTree>
    <p:extLst>
      <p:ext uri="{BB962C8B-B14F-4D97-AF65-F5344CB8AC3E}">
        <p14:creationId xmlns:p14="http://schemas.microsoft.com/office/powerpoint/2010/main" val="581726980"/>
      </p:ext>
    </p:extLst>
  </p:cSld>
  <p:clrMapOvr>
    <a:masterClrMapping/>
  </p:clrMapOvr>
  <p:transition spd="med">
    <p:pull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1380489" y="1021954"/>
            <a:ext cx="17350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Munkatábla</a:t>
            </a:r>
          </a:p>
        </p:txBody>
      </p:sp>
      <p:pic>
        <p:nvPicPr>
          <p:cNvPr id="15" name="Picture 4" descr="undefined">
            <a:extLst>
              <a:ext uri="{FF2B5EF4-FFF2-40B4-BE49-F238E27FC236}">
                <a16:creationId xmlns:a16="http://schemas.microsoft.com/office/drawing/2014/main" id="{B298515D-F181-48FA-9F6D-1E4B7F65DB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2618" y="819174"/>
            <a:ext cx="1577903" cy="664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C6512B1-117A-4706-85F0-90C818109E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1464067"/>
            <a:ext cx="4320504" cy="533574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27E3F5A-E8B4-4C58-AF54-A8F884E8B9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777" y="3818072"/>
            <a:ext cx="5334744" cy="2981741"/>
          </a:xfrm>
          <a:prstGeom prst="rect">
            <a:avLst/>
          </a:prstGeom>
        </p:spPr>
      </p:pic>
      <p:sp>
        <p:nvSpPr>
          <p:cNvPr id="17" name="Szövegdoboz 16">
            <a:extLst>
              <a:ext uri="{FF2B5EF4-FFF2-40B4-BE49-F238E27FC236}">
                <a16:creationId xmlns:a16="http://schemas.microsoft.com/office/drawing/2014/main" id="{BF7D5D01-CE4E-4161-A955-5A591B0B94AE}"/>
              </a:ext>
            </a:extLst>
          </p:cNvPr>
          <p:cNvSpPr txBox="1"/>
          <p:nvPr/>
        </p:nvSpPr>
        <p:spPr>
          <a:xfrm>
            <a:off x="6725777" y="3300943"/>
            <a:ext cx="5334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Munkamegosztás az utolsó 2 hónapban</a:t>
            </a:r>
          </a:p>
        </p:txBody>
      </p:sp>
    </p:spTree>
    <p:extLst>
      <p:ext uri="{BB962C8B-B14F-4D97-AF65-F5344CB8AC3E}">
        <p14:creationId xmlns:p14="http://schemas.microsoft.com/office/powerpoint/2010/main" val="2363637109"/>
      </p:ext>
    </p:extLst>
  </p:cSld>
  <p:clrMapOvr>
    <a:masterClrMapping/>
  </p:clrMapOvr>
  <p:transition spd="med">
    <p:pull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Csomagkezelők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840050" y="1585575"/>
            <a:ext cx="40819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Node.Js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JavaScript csomagkezelője, melyben minden szükséges csomagot használtunk a Backend szerverhez. Pl.: Express,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open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path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stb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…</a:t>
            </a:r>
          </a:p>
        </p:txBody>
      </p:sp>
      <p:pic>
        <p:nvPicPr>
          <p:cNvPr id="11" name="Picture 8" descr="undefined">
            <a:extLst>
              <a:ext uri="{FF2B5EF4-FFF2-40B4-BE49-F238E27FC236}">
                <a16:creationId xmlns:a16="http://schemas.microsoft.com/office/drawing/2014/main" id="{8E24AF5A-E0C2-4BBC-8625-76CB77005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12" y="4111624"/>
            <a:ext cx="3445737" cy="116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840049" y="4093733"/>
            <a:ext cx="427295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XAMPP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platform független adatbázis kezelő program, melyben mi, csak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MySQL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illetve a fejlesztés alatt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Apache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szervert használtuk.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831EE051-4F6D-4828-960D-A945462CB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292" y="4093733"/>
            <a:ext cx="3655248" cy="236193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1" y="1491070"/>
            <a:ext cx="3474288" cy="212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9373" y="1393564"/>
            <a:ext cx="4127167" cy="1942776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93FA43B9-F83A-6EEA-17DB-F348A34D62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332418"/>
      </p:ext>
    </p:extLst>
  </p:cSld>
  <p:clrMapOvr>
    <a:masterClrMapping/>
  </p:clrMapOvr>
  <p:transition spd="med">
    <p:pull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Programozási nyelvek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338649" y="1038903"/>
            <a:ext cx="39734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C#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objektum orientált, magas szintű programozási nyelv, melyben mi a 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applikációt készítettük.</a:t>
            </a:r>
          </a:p>
        </p:txBody>
      </p:sp>
      <p:pic>
        <p:nvPicPr>
          <p:cNvPr id="3074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04" y="813953"/>
            <a:ext cx="2203145" cy="220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JS Icons for Embedded JavaScript Templates">
            <a:extLst>
              <a:ext uri="{FF2B5EF4-FFF2-40B4-BE49-F238E27FC236}">
                <a16:creationId xmlns:a16="http://schemas.microsoft.com/office/drawing/2014/main" id="{9693BC18-62E7-D4E4-DBD7-09324C2BC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817" y="3760890"/>
            <a:ext cx="2378928" cy="2434684"/>
          </a:xfrm>
          <a:prstGeom prst="rect">
            <a:avLst/>
          </a:prstGeom>
        </p:spPr>
      </p:pic>
      <p:sp>
        <p:nvSpPr>
          <p:cNvPr id="7" name="Szövegdoboz 8">
            <a:extLst>
              <a:ext uri="{FF2B5EF4-FFF2-40B4-BE49-F238E27FC236}">
                <a16:creationId xmlns:a16="http://schemas.microsoft.com/office/drawing/2014/main" id="{F89258F9-3636-6D5D-B89D-8A52CFAE134B}"/>
              </a:ext>
            </a:extLst>
          </p:cNvPr>
          <p:cNvSpPr txBox="1"/>
          <p:nvPr/>
        </p:nvSpPr>
        <p:spPr>
          <a:xfrm>
            <a:off x="2812576" y="4098195"/>
            <a:ext cx="3973482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EJS(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Embedded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JavaScript)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Ez egy sablonmotor, ami lehetővé teszi, a JavaScript kód beágyazását,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fájlba.</a:t>
            </a: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Szintaxis: &lt;%= %&gt;</a:t>
            </a:r>
          </a:p>
        </p:txBody>
      </p:sp>
      <p:pic>
        <p:nvPicPr>
          <p:cNvPr id="8" name="Kép 7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358CF832-B8B9-F370-2971-AA5628D43E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1038225"/>
            <a:ext cx="5743575" cy="2390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A képen szöveg, képernyőkép, Betűtípus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79F5F5D3-1F2B-E985-CBDF-0C77E20FA8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1161" y="3874871"/>
            <a:ext cx="4120411" cy="2566923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14:cNvPr>
              <p14:cNvContentPartPr/>
              <p14:nvPr/>
            </p14:nvContentPartPr>
            <p14:xfrm>
              <a:off x="7357911" y="4569438"/>
              <a:ext cx="780385" cy="29648"/>
            </p14:xfrm>
          </p:contentPart>
        </mc:Choice>
        <mc:Fallback xmlns="">
          <p:pic>
            <p:nvPicPr>
              <p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39913" y="4551360"/>
                <a:ext cx="816021" cy="654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14:cNvPr>
              <p14:cNvContentPartPr/>
              <p14:nvPr/>
            </p14:nvContentPartPr>
            <p14:xfrm>
              <a:off x="7482922" y="4636956"/>
              <a:ext cx="134414" cy="1757089"/>
            </p14:xfrm>
          </p:contentPart>
        </mc:Choice>
        <mc:Fallback xmlns="">
          <p:pic>
            <p:nvPicPr>
              <p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464904" y="4618957"/>
                <a:ext cx="170090" cy="1792728"/>
              </a:xfrm>
              <a:prstGeom prst="rect">
                <a:avLst/>
              </a:prstGeom>
            </p:spPr>
          </p:pic>
        </mc:Fallback>
      </mc:AlternateContent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A9E0BB-A1A9-5FFD-A4C7-DB95BEDA12A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090025"/>
      </p:ext>
    </p:extLst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Tesztelési eszközök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349652" y="1199955"/>
            <a:ext cx="44142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Postman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Egy asztali alkalmazás, amivel az API végpontokat lehet tesztelni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95837" y="3266901"/>
            <a:ext cx="5459484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Manualis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Tesztelés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felhasználók manuálisan keresik, illetve javítják a fellépő hibákat</a:t>
            </a:r>
          </a:p>
          <a:p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Unit Tesztelés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program egy egységére megírt automatikus teszt. Mi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Jest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SuperTest-et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választottuk erre a célra.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4098" name="Picture 2" descr="https://upload.wikimedia.org/wikipedia/commons/c/c2/Postman_%28software%2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04" y="1497752"/>
            <a:ext cx="3209548" cy="97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EST Client | Postman API Platform [Free Download]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269" y="934115"/>
            <a:ext cx="3567658" cy="2322767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 descr="Manual Testing - Software Testing - GeeksforGeeks">
            <a:extLst>
              <a:ext uri="{FF2B5EF4-FFF2-40B4-BE49-F238E27FC236}">
                <a16:creationId xmlns:a16="http://schemas.microsoft.com/office/drawing/2014/main" id="{7376E428-8648-8B11-288B-D54EEEDAC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9991" y="3662820"/>
            <a:ext cx="3087665" cy="246553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What Is a Unit Test? Unit Testing vs Integration Testing Explained  [Examples &amp; Best Practices]">
            <a:extLst>
              <a:ext uri="{FF2B5EF4-FFF2-40B4-BE49-F238E27FC236}">
                <a16:creationId xmlns:a16="http://schemas.microsoft.com/office/drawing/2014/main" id="{2227B26F-DDD3-9920-059E-6063EA48D8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5880" y="3659660"/>
            <a:ext cx="3014596" cy="247185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2DDCBA2B-6C94-90B0-C724-32D2D54421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295488"/>
      </p:ext>
    </p:extLst>
  </p:cSld>
  <p:clrMapOvr>
    <a:masterClrMapping/>
  </p:clrMapOvr>
  <p:transition spd="med">
    <p:pull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BB689D-C470-AD9C-B531-2B23CF07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96E0EFC6-7CF8-B4E5-1539-F073723D45A7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421AC52-0274-87B5-3810-4C893129849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06963F0-9C25-C0CC-904F-0A059C079119}"/>
              </a:ext>
            </a:extLst>
          </p:cNvPr>
          <p:cNvSpPr txBox="1"/>
          <p:nvPr/>
        </p:nvSpPr>
        <p:spPr>
          <a:xfrm>
            <a:off x="510659" y="970463"/>
            <a:ext cx="11492853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Sikertelen kapcsolat a szerverrel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Ha a Backend szerver nem tud kapcsolódni az adatbázis szerverhez valamilyen oknál fogva (pl.: Nincs elindítva a szerver, valami hiba van az üzemeltetővel), akkor nem lefagy, hanem lekezeli a program azon részét, amely használatba venné.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BB13FA43-C07D-5FA3-AD73-9B656B3AB0F9}"/>
              </a:ext>
            </a:extLst>
          </p:cNvPr>
          <p:cNvSpPr txBox="1"/>
          <p:nvPr/>
        </p:nvSpPr>
        <p:spPr>
          <a:xfrm>
            <a:off x="510658" y="2504901"/>
            <a:ext cx="297515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Kezelés: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0440CDCE-F4C1-0D36-F02B-03CA282DF090}"/>
              </a:ext>
            </a:extLst>
          </p:cNvPr>
          <p:cNvSpPr txBox="1"/>
          <p:nvPr/>
        </p:nvSpPr>
        <p:spPr>
          <a:xfrm>
            <a:off x="8287232" y="2504901"/>
            <a:ext cx="326085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Hibaüzenet: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4" name="Kép 13" descr="A képen szöveg, képernyőkép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1F661FF4-08C9-680E-6B37-90EB790FB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076" y="3146251"/>
            <a:ext cx="3797083" cy="3039389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5" name="Kép 4" descr="A képen szöveg, képernyőkép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D1FC499-11B8-5AEF-D920-697952821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916" y="3139706"/>
            <a:ext cx="7408772" cy="1929759"/>
          </a:xfrm>
          <a:prstGeom prst="rect">
            <a:avLst/>
          </a:prstGeom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1E53C25-3305-5020-15A1-5E36883AA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081679"/>
      </p:ext>
    </p:extLst>
  </p:cSld>
  <p:clrMapOvr>
    <a:masterClrMapping/>
  </p:clrMapOvr>
  <p:transition spd="med">
    <p:pull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260738-60DB-E084-C3AF-8B50F7A6E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F5D1995-DD41-9F29-4973-967989C204D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D5E631A-C885-3C5B-3398-D7D6B6553D3A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EF6A9E11-F589-DFDD-582C-EFCEE8D8F4BA}"/>
              </a:ext>
            </a:extLst>
          </p:cNvPr>
          <p:cNvSpPr txBox="1"/>
          <p:nvPr/>
        </p:nvSpPr>
        <p:spPr>
          <a:xfrm>
            <a:off x="510659" y="970463"/>
            <a:ext cx="11492853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Sikeres indítás: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Ha minden rendesen működik, és tud kapcsolódni az adatbázishoz, akkor elindítja az oldalt, hiba, vagy hiányosságok nélkül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DE88030-41A8-67C0-0580-7E1E07209B0F}"/>
              </a:ext>
            </a:extLst>
          </p:cNvPr>
          <p:cNvSpPr txBox="1"/>
          <p:nvPr/>
        </p:nvSpPr>
        <p:spPr>
          <a:xfrm>
            <a:off x="5761151" y="2170872"/>
            <a:ext cx="2975155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E5F6A9AA-36ED-FFD6-2369-FE69C73D9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819" y="2882172"/>
            <a:ext cx="5858693" cy="194337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9CC0B129-F609-48E1-124B-97580742C7F7}"/>
              </a:ext>
            </a:extLst>
          </p:cNvPr>
          <p:cNvSpPr txBox="1"/>
          <p:nvPr/>
        </p:nvSpPr>
        <p:spPr>
          <a:xfrm>
            <a:off x="782055" y="2181310"/>
            <a:ext cx="3079538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8" name="Kép 7" descr="A képen szöveg, képernyőkép, szoftver, Weblap látható&#10;&#10;Lehet, hogy az AI által létrehozott tartalom helytelen.">
            <a:extLst>
              <a:ext uri="{FF2B5EF4-FFF2-40B4-BE49-F238E27FC236}">
                <a16:creationId xmlns:a16="http://schemas.microsoft.com/office/drawing/2014/main" id="{B3ECEF07-B768-807A-FBC9-D76931FCC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02" y="2882172"/>
            <a:ext cx="5748374" cy="325857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31104D3-A2F0-1AF8-EBAA-3DB81C9F81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969407"/>
      </p:ext>
    </p:extLst>
  </p:cSld>
  <p:clrMapOvr>
    <a:masterClrMapping/>
  </p:clrMapOvr>
  <p:transition spd="med">
    <p:pull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47DF62-67A1-60CA-8DFD-49BF2ED74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A25C67D3-D5B1-5DD0-D038-5B2059FC8E1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9163F01B-BBF4-58FD-93CB-BD6A8225DBC1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Unit Tesztelés: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SuperTest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35B2540-46C2-5B6F-C7BE-8D6CC8FAB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28047"/>
      </p:ext>
    </p:extLst>
  </p:cSld>
  <p:clrMapOvr>
    <a:masterClrMapping/>
  </p:clrMapOvr>
  <p:transition spd="med">
    <p:pull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DB6896-9C86-E033-83AD-4B860B987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007ACB0-9DFC-3C76-677B-CAF756D78C21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78974782-F688-A087-3D1A-5696A980248B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Adatbázis</a:t>
            </a:r>
            <a:endParaRPr lang="hu-HU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96606AA-2655-F94D-8364-E6DA6CBC88FE}"/>
              </a:ext>
            </a:extLst>
          </p:cNvPr>
          <p:cNvSpPr txBox="1"/>
          <p:nvPr/>
        </p:nvSpPr>
        <p:spPr>
          <a:xfrm>
            <a:off x="145077" y="1074695"/>
            <a:ext cx="4414210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Adatbázis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7 Táblát tartalmaz, melyből 5 a kategóriák, 1 a felhasználó, illetve 1 a rendelések, mely egy kapcsoló táblának felel meg.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6FD6C13-9A9A-BD9C-3E55-6ECB0989A4DD}"/>
              </a:ext>
            </a:extLst>
          </p:cNvPr>
          <p:cNvSpPr txBox="1"/>
          <p:nvPr/>
        </p:nvSpPr>
        <p:spPr>
          <a:xfrm>
            <a:off x="6095999" y="994990"/>
            <a:ext cx="5950923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Backend szerver felelős a kapcsolatért, illetve REST API módon működik.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diagram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8A6B2A25-7D71-68B9-EA12-77BBAF95B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910" y="3073648"/>
            <a:ext cx="5218254" cy="283272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A701754-C1F0-F385-42AD-D5B26635D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181" y="2740490"/>
            <a:ext cx="2114550" cy="38481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5" name="Kép 1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BD4B2331-28BE-C2FD-8F4F-D51698EE1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936" y="2743743"/>
            <a:ext cx="2812649" cy="369087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8" name="Szorzás 7"/>
          <p:cNvSpPr/>
          <p:nvPr/>
        </p:nvSpPr>
        <p:spPr>
          <a:xfrm>
            <a:off x="6386146" y="3866075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0" name="Szorzás 19"/>
          <p:cNvSpPr/>
          <p:nvPr/>
        </p:nvSpPr>
        <p:spPr>
          <a:xfrm>
            <a:off x="6386145" y="5172396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789AA7F-8862-4CE4-AB09-BA8270195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681232"/>
      </p:ext>
    </p:extLst>
  </p:cSld>
  <p:clrMapOvr>
    <a:masterClrMapping/>
  </p:clrMapOvr>
  <p:transition spd="med">
    <p:pull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</a:t>
            </a:r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731C7EAB-693F-D4B6-857C-99170E34439F}"/>
              </a:ext>
            </a:extLst>
          </p:cNvPr>
          <p:cNvSpPr txBox="1"/>
          <p:nvPr/>
        </p:nvSpPr>
        <p:spPr>
          <a:xfrm>
            <a:off x="3429607" y="646961"/>
            <a:ext cx="5332785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 Backend Szerver a 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CRUD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, Read, Update,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Delete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) műveleteken alapszik.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9" name="Kép 8" descr="A képen szöveg, képernyőkép, Betűtípus, zöld látható&#10;&#10;Lehet, hogy az AI által létrehozott tartalom helytelen.">
            <a:extLst>
              <a:ext uri="{FF2B5EF4-FFF2-40B4-BE49-F238E27FC236}">
                <a16:creationId xmlns:a16="http://schemas.microsoft.com/office/drawing/2014/main" id="{73CB2955-B2BC-77B6-E0ED-27590DE5B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551" y="4970610"/>
            <a:ext cx="4181475" cy="62865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07F937F7-A26D-8CF5-C332-931003F22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551" y="5761758"/>
            <a:ext cx="7172325" cy="866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AF98DE5A-F766-854E-70F6-9B3E638E5978}"/>
              </a:ext>
            </a:extLst>
          </p:cNvPr>
          <p:cNvSpPr txBox="1"/>
          <p:nvPr/>
        </p:nvSpPr>
        <p:spPr>
          <a:xfrm>
            <a:off x="87751" y="2263535"/>
            <a:ext cx="5535158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 végpontok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mappában, az (x)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fájlokban találhatóak</a:t>
            </a: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C60BAED-6C8D-4C70-94E7-78BE19982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3780" y="2378492"/>
            <a:ext cx="6790469" cy="563029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410351D4-64DB-4477-92EC-12F5726900E6}"/>
              </a:ext>
            </a:extLst>
          </p:cNvPr>
          <p:cNvSpPr txBox="1"/>
          <p:nvPr/>
        </p:nvSpPr>
        <p:spPr>
          <a:xfrm>
            <a:off x="87751" y="4963799"/>
            <a:ext cx="352695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Sikeres Rendelés (Post) 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73018436-3C64-4BE7-80DC-A864CBE154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3780" y="3141446"/>
            <a:ext cx="3657246" cy="1456829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467667"/>
      </p:ext>
    </p:extLst>
  </p:cSld>
  <p:clrMapOvr>
    <a:masterClrMapping/>
  </p:clrMapOvr>
  <p:transition spd="med">
    <p:pull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1988427" y="49709"/>
            <a:ext cx="854793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Szerver: API Végpontok</a:t>
            </a:r>
            <a:endParaRPr lang="hu-HU" dirty="0"/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B8189EA-8877-4081-AC4A-45DEE5FE5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096" y="1182972"/>
            <a:ext cx="4858428" cy="1381318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CBB9641-7DB8-4058-AED5-137127407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096" y="2717784"/>
            <a:ext cx="5439534" cy="2010056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CEFF8F84-5F18-48BA-B62E-5922EDC24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096" y="4866681"/>
            <a:ext cx="5058481" cy="1857634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8" name="Szövegdoboz 17">
            <a:extLst>
              <a:ext uri="{FF2B5EF4-FFF2-40B4-BE49-F238E27FC236}">
                <a16:creationId xmlns:a16="http://schemas.microsoft.com/office/drawing/2014/main" id="{A63BE5B3-BF5B-40A0-8F9E-E0E2AC8F0C3C}"/>
              </a:ext>
            </a:extLst>
          </p:cNvPr>
          <p:cNvSpPr txBox="1"/>
          <p:nvPr/>
        </p:nvSpPr>
        <p:spPr>
          <a:xfrm>
            <a:off x="2756274" y="1559704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pageRoutes.js fájl tartalma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9EAB557B-1F0E-43D5-9457-351DFBA1B31B}"/>
              </a:ext>
            </a:extLst>
          </p:cNvPr>
          <p:cNvSpPr txBox="1"/>
          <p:nvPr/>
        </p:nvSpPr>
        <p:spPr>
          <a:xfrm>
            <a:off x="2665774" y="3585751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apiRoutes.js fájl tartalma</a:t>
            </a:r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9C10EEFC-380F-4BE5-9AB8-52DA0278088A}"/>
              </a:ext>
            </a:extLst>
          </p:cNvPr>
          <p:cNvSpPr txBox="1"/>
          <p:nvPr/>
        </p:nvSpPr>
        <p:spPr>
          <a:xfrm>
            <a:off x="2756273" y="5491852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userRoutes.js fájl tartalma</a:t>
            </a:r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59627470-7CEF-438B-BD01-E4A5AA3F1989}"/>
              </a:ext>
            </a:extLst>
          </p:cNvPr>
          <p:cNvSpPr txBox="1"/>
          <p:nvPr/>
        </p:nvSpPr>
        <p:spPr>
          <a:xfrm>
            <a:off x="0" y="3585750"/>
            <a:ext cx="198842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Útvonal leírás</a:t>
            </a:r>
          </a:p>
        </p:txBody>
      </p:sp>
      <p:sp>
        <p:nvSpPr>
          <p:cNvPr id="22" name="Nyíl: jobbra mutató 21">
            <a:extLst>
              <a:ext uri="{FF2B5EF4-FFF2-40B4-BE49-F238E27FC236}">
                <a16:creationId xmlns:a16="http://schemas.microsoft.com/office/drawing/2014/main" id="{63604F30-2FF0-4C57-B208-A34AF6DC4F32}"/>
              </a:ext>
            </a:extLst>
          </p:cNvPr>
          <p:cNvSpPr/>
          <p:nvPr/>
        </p:nvSpPr>
        <p:spPr>
          <a:xfrm>
            <a:off x="1891553" y="3747247"/>
            <a:ext cx="774221" cy="18825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3" name="Nyíl: jobbra mutató 22">
            <a:extLst>
              <a:ext uri="{FF2B5EF4-FFF2-40B4-BE49-F238E27FC236}">
                <a16:creationId xmlns:a16="http://schemas.microsoft.com/office/drawing/2014/main" id="{2DCF8FED-D1D8-4222-B0AD-E04278BCC05F}"/>
              </a:ext>
            </a:extLst>
          </p:cNvPr>
          <p:cNvSpPr/>
          <p:nvPr/>
        </p:nvSpPr>
        <p:spPr>
          <a:xfrm rot="2625648">
            <a:off x="1588772" y="4489467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4" name="Nyíl: jobbra mutató 23">
            <a:extLst>
              <a:ext uri="{FF2B5EF4-FFF2-40B4-BE49-F238E27FC236}">
                <a16:creationId xmlns:a16="http://schemas.microsoft.com/office/drawing/2014/main" id="{7F674DFF-FF5C-41C9-961F-BC791E05E70D}"/>
              </a:ext>
            </a:extLst>
          </p:cNvPr>
          <p:cNvSpPr/>
          <p:nvPr/>
        </p:nvSpPr>
        <p:spPr>
          <a:xfrm rot="18888876">
            <a:off x="1570976" y="2841333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20844"/>
      </p:ext>
    </p:extLst>
  </p:cSld>
  <p:clrMapOvr>
    <a:masterClrMapping/>
  </p:clrMapOvr>
  <p:transition spd="med">
    <p:pull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Szerver elindítása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A812A86-6E2A-4AB9-9473-13554EFD0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7990" y="1004725"/>
            <a:ext cx="9947982" cy="119458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8C6F589D-FFF2-40E5-87A4-CD5DD7B30E53}"/>
              </a:ext>
            </a:extLst>
          </p:cNvPr>
          <p:cNvSpPr txBox="1"/>
          <p:nvPr/>
        </p:nvSpPr>
        <p:spPr>
          <a:xfrm>
            <a:off x="1139508" y="2340823"/>
            <a:ext cx="99129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„</a:t>
            </a:r>
            <a:r>
              <a:rPr lang="hu-HU" dirty="0" err="1">
                <a:solidFill>
                  <a:srgbClr val="BF9000"/>
                </a:solidFill>
              </a:rPr>
              <a:t>node</a:t>
            </a:r>
            <a:r>
              <a:rPr lang="hu-HU" dirty="0">
                <a:solidFill>
                  <a:srgbClr val="BF9000"/>
                </a:solidFill>
              </a:rPr>
              <a:t> server.js” parancs kiadásával, elindítható a szerver!</a:t>
            </a:r>
            <a:br>
              <a:rPr lang="hu-HU" dirty="0">
                <a:solidFill>
                  <a:srgbClr val="BF9000"/>
                </a:solidFill>
              </a:rPr>
            </a:br>
            <a:r>
              <a:rPr lang="hu-HU" b="1" u="sng" dirty="0">
                <a:solidFill>
                  <a:srgbClr val="BF9000"/>
                </a:solidFill>
              </a:rPr>
              <a:t>FONTOS!</a:t>
            </a:r>
            <a:r>
              <a:rPr lang="hu-HU" dirty="0">
                <a:solidFill>
                  <a:srgbClr val="BF9000"/>
                </a:solidFill>
              </a:rPr>
              <a:t>: Nem kell utána semmit megnyitni, az </a:t>
            </a:r>
            <a:r>
              <a:rPr lang="hu-HU" dirty="0" err="1">
                <a:solidFill>
                  <a:srgbClr val="BF9000"/>
                </a:solidFill>
              </a:rPr>
              <a:t>open</a:t>
            </a:r>
            <a:r>
              <a:rPr lang="hu-HU" dirty="0">
                <a:solidFill>
                  <a:srgbClr val="BF9000"/>
                </a:solidFill>
              </a:rPr>
              <a:t> csomaggal, automatikusan megteszi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DCD317D-68E9-4A63-84FA-B22DF4F56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7990" y="3150698"/>
            <a:ext cx="9947982" cy="212207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5C10A785-0203-40DD-B482-B2C02B7EB65D}"/>
              </a:ext>
            </a:extLst>
          </p:cNvPr>
          <p:cNvSpPr txBox="1"/>
          <p:nvPr/>
        </p:nvSpPr>
        <p:spPr>
          <a:xfrm>
            <a:off x="1272988" y="5436315"/>
            <a:ext cx="9912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Sikeres indításnál, ezt az üzenetet kapjuk vissza, a backend szerveren</a:t>
            </a:r>
          </a:p>
        </p:txBody>
      </p:sp>
    </p:spTree>
    <p:extLst>
      <p:ext uri="{BB962C8B-B14F-4D97-AF65-F5344CB8AC3E}">
        <p14:creationId xmlns:p14="http://schemas.microsoft.com/office/powerpoint/2010/main" val="2745153793"/>
      </p:ext>
    </p:extLst>
  </p:cSld>
  <p:clrMapOvr>
    <a:masterClrMapping/>
  </p:clrMapOvr>
  <p:transition spd="med">
    <p:pull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Szerver elindítása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2050" name="Picture 2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0FF959F0-0FFA-426E-B236-18EFC4AB6E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792" y="857250"/>
            <a:ext cx="4629150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C9275FDE-A41B-401C-B814-BF30E7E93E85}"/>
              </a:ext>
            </a:extLst>
          </p:cNvPr>
          <p:cNvSpPr txBox="1"/>
          <p:nvPr/>
        </p:nvSpPr>
        <p:spPr>
          <a:xfrm>
            <a:off x="3048778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</a:t>
            </a:r>
            <a:endParaRPr lang="hu-HU" dirty="0"/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E94674D1-C8CC-4DD4-8F12-F4FD7FFF9DE3}"/>
              </a:ext>
            </a:extLst>
          </p:cNvPr>
          <p:cNvSpPr txBox="1"/>
          <p:nvPr/>
        </p:nvSpPr>
        <p:spPr>
          <a:xfrm>
            <a:off x="4942892" y="1062245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A RUN_SEED értéke dönti el, hogy fel kell-e tölteni az adatbázist alap adatokkal, vagy sem.</a:t>
            </a:r>
            <a:r>
              <a:rPr lang="hu-HU" sz="1800" b="0" i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8FD366AF-3BBD-44C2-BF37-771A45B01135}"/>
              </a:ext>
            </a:extLst>
          </p:cNvPr>
          <p:cNvSpPr txBox="1"/>
          <p:nvPr/>
        </p:nvSpPr>
        <p:spPr>
          <a:xfrm>
            <a:off x="4864942" y="2451231"/>
            <a:ext cx="4157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Ha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True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, akkor feltölti, ha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false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 akkor nem tölti fel adatokkal</a:t>
            </a:r>
            <a:r>
              <a:rPr lang="hu-HU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  <p:pic>
        <p:nvPicPr>
          <p:cNvPr id="2052" name="Picture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1050CC27-98F0-440E-8370-EB278E728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144" y="4299945"/>
            <a:ext cx="8086725" cy="66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83A30A70-7B63-44B5-9414-F6588F24C0A8}"/>
              </a:ext>
            </a:extLst>
          </p:cNvPr>
          <p:cNvSpPr txBox="1"/>
          <p:nvPr/>
        </p:nvSpPr>
        <p:spPr>
          <a:xfrm>
            <a:off x="235791" y="5022981"/>
            <a:ext cx="81680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Ha a RUN_SEED értéke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false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, akkor ezt az üzenetet kapjuk vissza a Backend Szerveren.</a:t>
            </a:r>
            <a:r>
              <a:rPr lang="hu-HU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79864578"/>
      </p:ext>
    </p:extLst>
  </p:cSld>
  <p:clrMapOvr>
    <a:masterClrMapping/>
  </p:clrMapOvr>
  <p:transition spd="med">
    <p:pull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C9275FDE-A41B-401C-B814-BF30E7E93E85}"/>
              </a:ext>
            </a:extLst>
          </p:cNvPr>
          <p:cNvSpPr txBox="1"/>
          <p:nvPr/>
        </p:nvSpPr>
        <p:spPr>
          <a:xfrm>
            <a:off x="3048778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</a:t>
            </a:r>
            <a:endParaRPr lang="hu-HU" dirty="0"/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83A30A70-7B63-44B5-9414-F6588F24C0A8}"/>
              </a:ext>
            </a:extLst>
          </p:cNvPr>
          <p:cNvSpPr txBox="1"/>
          <p:nvPr/>
        </p:nvSpPr>
        <p:spPr>
          <a:xfrm>
            <a:off x="3574390" y="2890391"/>
            <a:ext cx="50432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4000" b="1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Köszönjük a figyelmet!</a:t>
            </a:r>
            <a:endParaRPr lang="hu-HU" sz="4000" b="1" dirty="0"/>
          </a:p>
        </p:txBody>
      </p:sp>
    </p:spTree>
    <p:extLst>
      <p:ext uri="{BB962C8B-B14F-4D97-AF65-F5344CB8AC3E}">
        <p14:creationId xmlns:p14="http://schemas.microsoft.com/office/powerpoint/2010/main" val="3159789707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900</Words>
  <Application>Microsoft Office PowerPoint</Application>
  <PresentationFormat>Szélesvásznú</PresentationFormat>
  <Paragraphs>123</Paragraphs>
  <Slides>30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30</vt:i4>
      </vt:variant>
    </vt:vector>
  </HeadingPairs>
  <TitlesOfParts>
    <vt:vector size="36" baseType="lpstr">
      <vt:lpstr>Arial</vt:lpstr>
      <vt:lpstr>Calibri</vt:lpstr>
      <vt:lpstr>Calibri Light</vt:lpstr>
      <vt:lpstr>Ink Free</vt:lpstr>
      <vt:lpstr>Times New Roman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Geforce</dc:creator>
  <cp:lastModifiedBy>Technikus</cp:lastModifiedBy>
  <cp:revision>162</cp:revision>
  <dcterms:created xsi:type="dcterms:W3CDTF">2026-01-18T17:12:36Z</dcterms:created>
  <dcterms:modified xsi:type="dcterms:W3CDTF">2026-03-05T12:16:11Z</dcterms:modified>
</cp:coreProperties>
</file>