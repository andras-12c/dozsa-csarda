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  <p:sldId id="262" r:id="rId8"/>
    <p:sldId id="263" r:id="rId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BB46A4-5071-6DDB-F90A-8B20089C4A82}" v="249" dt="2026-01-25T08:42:00.8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clId="Web-{42BB46A4-5071-6DDB-F90A-8B20089C4A82}"/>
    <pc:docChg chg="modSld">
      <pc:chgData name="" userId="" providerId="" clId="Web-{42BB46A4-5071-6DDB-F90A-8B20089C4A82}" dt="2026-01-25T08:33:47.282" v="2" actId="20577"/>
      <pc:docMkLst>
        <pc:docMk/>
      </pc:docMkLst>
      <pc:sldChg chg="modSp">
        <pc:chgData name="" userId="" providerId="" clId="Web-{42BB46A4-5071-6DDB-F90A-8B20089C4A82}" dt="2026-01-25T08:33:47.282" v="2" actId="20577"/>
        <pc:sldMkLst>
          <pc:docMk/>
          <pc:sldMk cId="2490134746" sldId="257"/>
        </pc:sldMkLst>
        <pc:spChg chg="mod">
          <ac:chgData name="" userId="" providerId="" clId="Web-{42BB46A4-5071-6DDB-F90A-8B20089C4A82}" dt="2026-01-25T08:33:47.282" v="2" actId="20577"/>
          <ac:spMkLst>
            <pc:docMk/>
            <pc:sldMk cId="2490134746" sldId="257"/>
            <ac:spMk id="2" creationId="{00000000-0000-0000-0000-000000000000}"/>
          </ac:spMkLst>
        </pc:spChg>
      </pc:sldChg>
    </pc:docChg>
  </pc:docChgLst>
  <pc:docChgLst>
    <pc:chgData name="Pálosi András" userId="S::palosi.andras@dozsakalocsa.hu::cd71926d-ca3c-4147-abe1-5e947b1e8f27" providerId="AD" clId="Web-{42BB46A4-5071-6DDB-F90A-8B20089C4A82}"/>
    <pc:docChg chg="modSld">
      <pc:chgData name="Pálosi András" userId="S::palosi.andras@dozsakalocsa.hu::cd71926d-ca3c-4147-abe1-5e947b1e8f27" providerId="AD" clId="Web-{42BB46A4-5071-6DDB-F90A-8B20089C4A82}" dt="2026-01-25T08:41:58.296" v="137" actId="20577"/>
      <pc:docMkLst>
        <pc:docMk/>
      </pc:docMkLst>
      <pc:sldChg chg="addSp modSp">
        <pc:chgData name="Pálosi András" userId="S::palosi.andras@dozsakalocsa.hu::cd71926d-ca3c-4147-abe1-5e947b1e8f27" providerId="AD" clId="Web-{42BB46A4-5071-6DDB-F90A-8B20089C4A82}" dt="2026-01-25T08:37:10.309" v="1" actId="1076"/>
        <pc:sldMkLst>
          <pc:docMk/>
          <pc:sldMk cId="702753272" sldId="258"/>
        </pc:sldMkLst>
        <pc:picChg chg="add mod">
          <ac:chgData name="Pálosi András" userId="S::palosi.andras@dozsakalocsa.hu::cd71926d-ca3c-4147-abe1-5e947b1e8f27" providerId="AD" clId="Web-{42BB46A4-5071-6DDB-F90A-8B20089C4A82}" dt="2026-01-25T08:37:10.309" v="1" actId="1076"/>
          <ac:picMkLst>
            <pc:docMk/>
            <pc:sldMk cId="702753272" sldId="258"/>
            <ac:picMk id="6" creationId="{C7CE94B2-3D26-E347-A01E-85D2E943C3FF}"/>
          </ac:picMkLst>
        </pc:picChg>
      </pc:sldChg>
      <pc:sldChg chg="addSp delSp modSp">
        <pc:chgData name="Pálosi András" userId="S::palosi.andras@dozsakalocsa.hu::cd71926d-ca3c-4147-abe1-5e947b1e8f27" providerId="AD" clId="Web-{42BB46A4-5071-6DDB-F90A-8B20089C4A82}" dt="2026-01-25T08:41:58.296" v="137" actId="20577"/>
        <pc:sldMkLst>
          <pc:docMk/>
          <pc:sldMk cId="2836090025" sldId="262"/>
        </pc:sldMkLst>
        <pc:spChg chg="add del mod">
          <ac:chgData name="Pálosi András" userId="S::palosi.andras@dozsakalocsa.hu::cd71926d-ca3c-4147-abe1-5e947b1e8f27" providerId="AD" clId="Web-{42BB46A4-5071-6DDB-F90A-8B20089C4A82}" dt="2026-01-25T08:38:49.380" v="22"/>
          <ac:spMkLst>
            <pc:docMk/>
            <pc:sldMk cId="2836090025" sldId="262"/>
            <ac:spMk id="6" creationId="{713241CF-81B6-79B8-F0B6-D3C9352E9AC9}"/>
          </ac:spMkLst>
        </pc:spChg>
        <pc:spChg chg="add mod">
          <ac:chgData name="Pálosi András" userId="S::palosi.andras@dozsakalocsa.hu::cd71926d-ca3c-4147-abe1-5e947b1e8f27" providerId="AD" clId="Web-{42BB46A4-5071-6DDB-F90A-8B20089C4A82}" dt="2026-01-25T08:41:58.296" v="137" actId="20577"/>
          <ac:spMkLst>
            <pc:docMk/>
            <pc:sldMk cId="2836090025" sldId="262"/>
            <ac:spMk id="7" creationId="{F89258F9-3636-6D5D-B89D-8A52CFAE134B}"/>
          </ac:spMkLst>
        </pc:spChg>
        <pc:spChg chg="mod">
          <ac:chgData name="Pálosi András" userId="S::palosi.andras@dozsakalocsa.hu::cd71926d-ca3c-4147-abe1-5e947b1e8f27" providerId="AD" clId="Web-{42BB46A4-5071-6DDB-F90A-8B20089C4A82}" dt="2026-01-25T08:38:32.722" v="12" actId="1076"/>
          <ac:spMkLst>
            <pc:docMk/>
            <pc:sldMk cId="2836090025" sldId="262"/>
            <ac:spMk id="9" creationId="{D84E1BB5-C09F-466B-8C1B-51040ABBF068}"/>
          </ac:spMkLst>
        </pc:spChg>
        <pc:picChg chg="add mod">
          <ac:chgData name="Pálosi András" userId="S::palosi.andras@dozsakalocsa.hu::cd71926d-ca3c-4147-abe1-5e947b1e8f27" providerId="AD" clId="Web-{42BB46A4-5071-6DDB-F90A-8B20089C4A82}" dt="2026-01-25T08:38:33.941" v="13" actId="1076"/>
          <ac:picMkLst>
            <pc:docMk/>
            <pc:sldMk cId="2836090025" sldId="262"/>
            <ac:picMk id="5" creationId="{9693BC18-62E7-D4E4-DBD7-09324C2BCC62}"/>
          </ac:picMkLst>
        </pc:picChg>
        <pc:picChg chg="mod">
          <ac:chgData name="Pálosi András" userId="S::palosi.andras@dozsakalocsa.hu::cd71926d-ca3c-4147-abe1-5e947b1e8f27" providerId="AD" clId="Web-{42BB46A4-5071-6DDB-F90A-8B20089C4A82}" dt="2026-01-25T08:38:30.754" v="11" actId="1076"/>
          <ac:picMkLst>
            <pc:docMk/>
            <pc:sldMk cId="2836090025" sldId="262"/>
            <ac:picMk id="3074" creationId="{00000000-0000-0000-0000-00000000000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285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7356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68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2987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402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4110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7402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0221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8113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4808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46791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0291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029" y="904378"/>
            <a:ext cx="3967942" cy="3851174"/>
          </a:xfrm>
          <a:prstGeom prst="rect">
            <a:avLst/>
          </a:prstGeom>
          <a:effectLst/>
        </p:spPr>
      </p:pic>
      <p:sp>
        <p:nvSpPr>
          <p:cNvPr id="6" name="Szövegdoboz 5"/>
          <p:cNvSpPr txBox="1"/>
          <p:nvPr/>
        </p:nvSpPr>
        <p:spPr>
          <a:xfrm>
            <a:off x="2841566" y="4840780"/>
            <a:ext cx="650886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6600" b="1" dirty="0">
                <a:gradFill>
                  <a:gsLst>
                    <a:gs pos="0">
                      <a:schemeClr val="accent4"/>
                    </a:gs>
                    <a:gs pos="100000">
                      <a:schemeClr val="accent4">
                        <a:lumMod val="75000"/>
                      </a:schemeClr>
                    </a:gs>
                  </a:gsLst>
                  <a:lin ang="5400000" scaled="1"/>
                </a:gradFill>
                <a:effectLst>
                  <a:outerShdw sx="97000" sy="97000" algn="ctr" rotWithShape="0">
                    <a:schemeClr val="accent1">
                      <a:lumMod val="20000"/>
                      <a:lumOff val="80000"/>
                    </a:schemeClr>
                  </a:outerShdw>
                </a:effectLst>
                <a:latin typeface="Ink Free" panose="03080402000500000000" pitchFamily="66" charset="0"/>
              </a:rPr>
              <a:t>DÓZSA CSÁRDA</a:t>
            </a:r>
          </a:p>
        </p:txBody>
      </p:sp>
      <p:sp>
        <p:nvSpPr>
          <p:cNvPr id="7" name="Szövegdoboz 6"/>
          <p:cNvSpPr txBox="1"/>
          <p:nvPr/>
        </p:nvSpPr>
        <p:spPr>
          <a:xfrm>
            <a:off x="85725" y="5743575"/>
            <a:ext cx="2305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accent4">
                    <a:lumMod val="75000"/>
                  </a:schemeClr>
                </a:solidFill>
              </a:rPr>
              <a:t>Pálosi András</a:t>
            </a:r>
          </a:p>
          <a:p>
            <a:r>
              <a:rPr lang="hu-HU" dirty="0">
                <a:solidFill>
                  <a:schemeClr val="accent4">
                    <a:lumMod val="75000"/>
                  </a:schemeClr>
                </a:solidFill>
              </a:rPr>
              <a:t>Pongrácz Gábor</a:t>
            </a:r>
          </a:p>
          <a:p>
            <a:r>
              <a:rPr lang="hu-HU" dirty="0">
                <a:solidFill>
                  <a:schemeClr val="accent4">
                    <a:lumMod val="75000"/>
                  </a:schemeClr>
                </a:solidFill>
              </a:rPr>
              <a:t>Farkas Bence</a:t>
            </a:r>
          </a:p>
        </p:txBody>
      </p:sp>
    </p:spTree>
    <p:extLst>
      <p:ext uri="{BB962C8B-B14F-4D97-AF65-F5344CB8AC3E}">
        <p14:creationId xmlns:p14="http://schemas.microsoft.com/office/powerpoint/2010/main" val="2391259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Project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introduction</a:t>
            </a:r>
            <a:endParaRPr lang="hu-HU" sz="4400" b="1" dirty="0" err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6" name="Szövegdoboz 5"/>
          <p:cNvSpPr txBox="1"/>
          <p:nvPr/>
        </p:nvSpPr>
        <p:spPr>
          <a:xfrm>
            <a:off x="61727" y="1854769"/>
            <a:ext cx="6335511" cy="34163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The „Dózsa Csárda”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project’s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goal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accomplish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an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easy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and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friendly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food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delivery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system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You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can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create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unique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orders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from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5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categories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website!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Orders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are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only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accessible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upon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registration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website.</a:t>
            </a:r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699" y="993894"/>
            <a:ext cx="3947800" cy="2473552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5699" y="3781386"/>
            <a:ext cx="3947800" cy="263888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90134746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788443" y="47687"/>
            <a:ext cx="66151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Development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environment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964" y="1264346"/>
            <a:ext cx="1709738" cy="1709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2280839" y="1218892"/>
            <a:ext cx="51327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Code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(VSC)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An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Integrated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Development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Environment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in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server and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frontend 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html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css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javascript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)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were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created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2280839" y="4180344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(VS):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An IDE,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create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administrative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interface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of WPF.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A4ACDEF-306B-49A4-86F8-78EF8203A3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069" y="1890879"/>
            <a:ext cx="4646987" cy="3387704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Picture 5" descr="Visual Studio logo and symbol, meaning, history, PNG">
            <a:extLst>
              <a:ext uri="{FF2B5EF4-FFF2-40B4-BE49-F238E27FC236}">
                <a16:creationId xmlns:a16="http://schemas.microsoft.com/office/drawing/2014/main" id="{C7CE94B2-3D26-E347-A01E-85D2E943C3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44966" y="4051377"/>
            <a:ext cx="2743200" cy="154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753272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948864" y="32084"/>
            <a:ext cx="629427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Development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environment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1925354" y="1324020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HTML5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web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creation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create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framework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website.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1925354" y="3003272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CSS3: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style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managment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create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interface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website.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C408D15-66A1-4A4A-851B-EADA0E36EFB9}"/>
              </a:ext>
            </a:extLst>
          </p:cNvPr>
          <p:cNvSpPr txBox="1"/>
          <p:nvPr/>
        </p:nvSpPr>
        <p:spPr>
          <a:xfrm>
            <a:off x="1925354" y="4708388"/>
            <a:ext cx="4272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JavaScript: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make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dynamic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and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manage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It’s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events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311" y="1098911"/>
            <a:ext cx="1584043" cy="1584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240" y="2970021"/>
            <a:ext cx="1356187" cy="1356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defined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954" y="4675137"/>
            <a:ext cx="1530761" cy="1530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106" y="1098911"/>
            <a:ext cx="2109967" cy="5582857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6778464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Group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work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environment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43" y="1026546"/>
            <a:ext cx="1761990" cy="1761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8EB6905-9258-4241-9966-9E93D7FBF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40" y="4035422"/>
            <a:ext cx="3534749" cy="1488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493033" y="1475858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GitHub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Version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managment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desktrop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application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functioned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cloud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34D1C51D-087B-4BD8-9089-BE6663110493}"/>
              </a:ext>
            </a:extLst>
          </p:cNvPr>
          <p:cNvSpPr txBox="1"/>
          <p:nvPr/>
        </p:nvSpPr>
        <p:spPr>
          <a:xfrm>
            <a:off x="4142095" y="4450991"/>
            <a:ext cx="395518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Jira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Project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managment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where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 made it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possible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track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individual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subtasks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project.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F0C82B73-4864-4368-BAF3-2042C6A647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7277" y="3905842"/>
            <a:ext cx="3912351" cy="28238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6189322B-B141-438C-A937-984069E843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277" y="1090846"/>
            <a:ext cx="3912351" cy="243201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003293117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Package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managers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840050" y="1585575"/>
            <a:ext cx="40819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Node.Js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The JavaScript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package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manager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download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modules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required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Backend Server.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e.g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.: Express,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etc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…</a:t>
            </a:r>
          </a:p>
        </p:txBody>
      </p:sp>
      <p:pic>
        <p:nvPicPr>
          <p:cNvPr id="11" name="Picture 8" descr="undefined">
            <a:extLst>
              <a:ext uri="{FF2B5EF4-FFF2-40B4-BE49-F238E27FC236}">
                <a16:creationId xmlns:a16="http://schemas.microsoft.com/office/drawing/2014/main" id="{8E24AF5A-E0C2-4BBC-8625-76CB77005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12" y="4111624"/>
            <a:ext cx="3445737" cy="116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840049" y="4093733"/>
            <a:ext cx="427295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XAMPP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platform-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independent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database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package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manager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in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SQL(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MariaDB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)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and PHP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My-Admin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visual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display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Apache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server.</a:t>
            </a:r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831EE051-4F6D-4828-960D-A945462CBB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292" y="4093733"/>
            <a:ext cx="3655248" cy="236193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2050" name="Picture 2" descr="undefined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1" y="1491070"/>
            <a:ext cx="3474288" cy="212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9373" y="1393564"/>
            <a:ext cx="4127167" cy="1942776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90332418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Programming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languages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338649" y="1038903"/>
            <a:ext cx="397348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C#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Object-oriented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programming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 We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also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WPF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open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source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interface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framework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manage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database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our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project.</a:t>
            </a:r>
          </a:p>
        </p:txBody>
      </p:sp>
      <p:pic>
        <p:nvPicPr>
          <p:cNvPr id="3074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504" y="813953"/>
            <a:ext cx="2203145" cy="2203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JS Icons for Embedded JavaScript Templates">
            <a:extLst>
              <a:ext uri="{FF2B5EF4-FFF2-40B4-BE49-F238E27FC236}">
                <a16:creationId xmlns:a16="http://schemas.microsoft.com/office/drawing/2014/main" id="{9693BC18-62E7-D4E4-DBD7-09324C2BC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817" y="4214232"/>
            <a:ext cx="2378928" cy="2434684"/>
          </a:xfrm>
          <a:prstGeom prst="rect">
            <a:avLst/>
          </a:prstGeom>
        </p:spPr>
      </p:pic>
      <p:sp>
        <p:nvSpPr>
          <p:cNvPr id="7" name="Szövegdoboz 8">
            <a:extLst>
              <a:ext uri="{FF2B5EF4-FFF2-40B4-BE49-F238E27FC236}">
                <a16:creationId xmlns:a16="http://schemas.microsoft.com/office/drawing/2014/main" id="{F89258F9-3636-6D5D-B89D-8A52CFAE134B}"/>
              </a:ext>
            </a:extLst>
          </p:cNvPr>
          <p:cNvSpPr txBox="1"/>
          <p:nvPr/>
        </p:nvSpPr>
        <p:spPr>
          <a:xfrm>
            <a:off x="2812576" y="4551537"/>
            <a:ext cx="3973482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EJS(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Embedded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JavaScript)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This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is a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templating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engine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Node.js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allows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embed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JavaScript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code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into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HTML. </a:t>
            </a:r>
            <a:endParaRPr lang="hu-HU" sz="24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Syntax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: &lt;%= %&gt;</a:t>
            </a:r>
          </a:p>
        </p:txBody>
      </p:sp>
    </p:spTree>
    <p:extLst>
      <p:ext uri="{BB962C8B-B14F-4D97-AF65-F5344CB8AC3E}">
        <p14:creationId xmlns:p14="http://schemas.microsoft.com/office/powerpoint/2010/main" val="2836090025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Testing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tools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349652" y="1199955"/>
            <a:ext cx="44142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Postman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desktop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application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allowed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test REST API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endpoints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based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CRUD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operations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95837" y="3266901"/>
            <a:ext cx="545948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Manual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Test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Without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automated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tools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they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look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errors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and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deficiencies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in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system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by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taking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role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end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  <a:p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Unit Test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unit test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checks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specific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unit of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program 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e.g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.,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function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).</a:t>
            </a:r>
          </a:p>
        </p:txBody>
      </p:sp>
      <p:pic>
        <p:nvPicPr>
          <p:cNvPr id="4098" name="Picture 2" descr="https://upload.wikimedia.org/wikipedia/commons/c/c2/Postman_%28software%29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04" y="1497752"/>
            <a:ext cx="3209548" cy="97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REST Client | Postman API Platform [Free Download]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8298" y="1059375"/>
            <a:ext cx="3859931" cy="2573287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6295488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60000"/>
            <a:lumOff val="40000"/>
          </a:schemeClr>
        </a:solidFill>
        <a:ln>
          <a:noFill/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334</Words>
  <Application>Microsoft Office PowerPoint</Application>
  <PresentationFormat>Widescreen</PresentationFormat>
  <Paragraphs>30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Office-téma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Geforce</dc:creator>
  <cp:lastModifiedBy>Geforce</cp:lastModifiedBy>
  <cp:revision>134</cp:revision>
  <dcterms:created xsi:type="dcterms:W3CDTF">2026-01-18T17:12:36Z</dcterms:created>
  <dcterms:modified xsi:type="dcterms:W3CDTF">2026-01-25T08:42:06Z</dcterms:modified>
</cp:coreProperties>
</file>